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1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0"/>
  </p:notesMasterIdLst>
  <p:sldIdLst>
    <p:sldId id="256" r:id="rId2"/>
    <p:sldId id="332" r:id="rId3"/>
    <p:sldId id="333" r:id="rId4"/>
    <p:sldId id="334" r:id="rId5"/>
    <p:sldId id="335" r:id="rId6"/>
    <p:sldId id="336" r:id="rId7"/>
    <p:sldId id="337" r:id="rId8"/>
    <p:sldId id="339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340" r:id="rId25"/>
    <p:sldId id="341" r:id="rId26"/>
    <p:sldId id="342" r:id="rId27"/>
    <p:sldId id="329" r:id="rId28"/>
    <p:sldId id="33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84AEA-15BB-C94F-8C43-F572D675E36E}" v="663" dt="2026-02-10T13:46:43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8"/>
    <p:restoredTop sz="94698"/>
  </p:normalViewPr>
  <p:slideViewPr>
    <p:cSldViewPr snapToGrid="0">
      <p:cViewPr>
        <p:scale>
          <a:sx n="90" d="100"/>
          <a:sy n="90" d="100"/>
        </p:scale>
        <p:origin x="1712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29.5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1,'77'0,"19"0,-34 0,4 0,6 0,2 0,1 0,-1 0,-5 0,-2 0,0 1,-2 1,-3 2,-1 1,-4 2,-2 0,40 9,-31-2,-21-5,-13-5,-6-1,-5-1,-3 1,0 0,-1-1,5-2,0 0,0 0,-3 0,-2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1.36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11,'85'0,"1"0,-5 0,1 0,3 0,-1 0,-4 0,-1 0,-7 0,-1 0,-3 0,-1 0,-9 0,-2 0,42 0,-12 0,-11 0,-11 0,-10 0,-14 0,-10 0,-10 0,-4 0,-1 0,-2 0,5 0,0 0,4 0,3 0,0 0,-5-5,-9 4,-5-3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4.6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0,'52'0,"0"0,11 0,4 0,7 0,4 0,7 0,1 0,-1 0,-2 0,-5 0,-2 0,-1 0,1 0,9 0,1 0,1 0,1 0,-1 0,-2 0,-8 0,-4 0,-19 0,-3 0,44 0,-3 0,0 0,-5 0,-10 0,-9 0,-5 0,7 0,11 0,5 2,-5 1,-13 1,-13 1,-6-1,-2-1,1 2,6-1,5 2,9-1,5 1,-3 1,-7-1,-13 2,-15-2,-19-1,-6-3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7.2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0 102,'99'-6,"-47"4,0 0,3 2,1 0,3 0,1 0,1 0,0 0,1 0,0 0,2-1,0-1,0-1,0-1,6-1,1-2,-3-1,0 0,-4 1,-1 1,-6-1,-1 1,35-4,0 2,-5 2,-2 3,-2 2,-11 1,-5 0,-9 0,-5 0,-1 0,-3 0,-1 0,-4 0,-7 0,-7 0,-5 0,-7 0,0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9.4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20,'62'0,"0"0,7 0,2 0,8 0,3 0,11 0,4 0,-26 0,1 0,3 0,13 0,3 0,3 0,-14 0,2 0,2 0,-1 0,3-1,0 1,0 0,0-1,1 0,-1 0,0 0,-1-1,-8 1,0 0,-3 0,-1-1,13 1,-3-1,-2 1,-6 0,-3 0,-1 0,25 1,-2 0,-6 0,0 0,0 0,0 0,-2 2,0 2,-1 3,0 1,0 2,0 0,-2 2,0-1,-2-3,-2-1,-6-1,-2-1,-9-2,-1 0,-8 0,-2 1,37 2,-10-3,-8 0,-2-3,-2 0,1 0,3 0,6 0,6 0,4 0,1 0,-7 0,-5 0,-6 0,-2 0,-1 0,-1 0,-3 0,1 0,1 0,0 0,-1 0,-9 0,-13 0,-12 0,-13 2,-2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48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1336 2435 24575,'-13'5'0,"-18"-1"0,-25-4 0,-24 0 0,-18-3 0,4-8 0,6-11 0,42 2 0,0-3 0,-1-3 0,1-2 0,3-1 0,1 0 0,-34-25 0,26 12 0,9 7 0,6 4 0,4-1 0,2 0 0,3-2 0,2 2 0,5 5 0,2 0 0,1 0 0,-4-10 0,-5-7 0,-2-5 0,0-2 0,3 0 0,3-4 0,2-1 0,4 1 0,4 4 0,1 2 0,2-4 0,-1-2 0,2-1 0,0 5 0,1 8 0,3 5 0,0 4 0,3-3 0,0-2 0,0 1 0,0 0 0,0 10 0,0 2 0,0 1 0,0-4 0,0-11 0,0-6 0,4-5 0,6 2 0,6 6 0,2 11 0,-1 13 0,-4 5 0,-2 1 0,2-6 0,3-9 0,4-3 0,0 0 0,-1 2 0,0 2 0,1 2 0,1 0 0,1 1 0,-1 2 0,2 1 0,4-1 0,2 0 0,2 1 0,-2 3 0,-7 6 0,-4 4 0,-5 0 0,0-3 0,3-5 0,4 0 0,2-2 0,-1 5 0,-1 5 0,-4 1 0,-7 7 0,-5-3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50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24575,'30'0'0,"11"0"0,9 0 0,6 0 0,-4 0 0,-6 0 0,-5 0 0,-6 0 0,-5-2 0,-5-1 0,-4 0 0,1-2 0,-4 4 0,-4 3 0,-7 4 0,-5 7 0,-2 2 0,0 6 0,0 6 0,0 8 0,0 8 0,0 8 0,0 9 0,0 0 0,0-7 0,0-12 0,0-12 0,0-5 0,0-5 0,0 0 0,0-2 0,0-1 0,0 2 0,0 0 0,-3-4 0,2-4 0,-3-6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1:01.6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24575,'85'0'0,"-35"2"0,5 3 0,15 6 0,3 4 0,4 5 0,0 3 0,-2 7 0,0 2 0,2 4 0,-2 0 0,-8-2 0,-1 1 0,-2 0 0,-1-1 0,-5-3 0,-2-1 0,-6-3 0,0-2 0,2-1 0,1-1 0,-1-2 0,1-1 0,0 1 0,0-1 0,-1-1 0,-1 0 0,42 16 0,-8-3 0,-2 1 0,7 6 0,-43-18 0,2 0 0,1 1 0,0 0 0,-2 1 0,-1 1 0,41 19 0,-2 1 0,-41-20 0,1 1 0,5 2 0,0 0 0,5 2 0,-1 0 0,0 1 0,0 0 0,-6-4 0,-1-1 0,37 19 0,-10-6 0,-5-2 0,4 0 0,-5-3 0,-4-3 0,-12-5 0,-8-1 0,-4-3 0,-2-3 0,-4-6 0,-7-6 0,-14-3 0,-4-3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1:03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13 736 24575,'0'-37'0,"0"-9"0,0-7 0,0-17 0,0-9 0,0-13 0,0-1 0,0 13 0,0 21 0,0 21 0,-2 11 0,-3 2 0,0 4 0,4 8 0,12 10 0,16 8 0,17 0 0,21-3 0,21-2 0,-36 0 0,2 0 0,3 0 0,1 0 0,2 0 0,0 0 0,-2 0 0,-1 0 0,-2 0 0,0 0 0,45 0 0,-12 0 0,-14 3 0,-12 0 0,-10 0 0,-5 0 0,-4-3 0,-7 0 0,-8 0 0,-7-2 0,-9 1 0,-6-1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4.6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0,'52'0,"0"0,11 0,4 0,7 0,4 0,7 0,1 0,-1 0,-2 0,-5 0,-2 0,-1 0,1 0,9 0,1 0,1 0,1 0,-1 0,-2 0,-8 0,-4 0,-19 0,-3 0,44 0,-3 0,0 0,-5 0,-10 0,-9 0,-5 0,7 0,11 0,5 2,-5 1,-13 1,-13 1,-6-1,-2-1,1 2,6-1,5 2,9-1,5 1,-3 1,-7-1,-13 2,-15-2,-19-1,-6-3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7.2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0 102,'99'-6,"-47"4,0 0,3 2,1 0,3 0,1 0,1 0,0 0,1 0,0 0,2-1,0-1,0-1,0-1,6-1,1-2,-3-1,0 0,-4 1,-1 1,-6-1,-1 1,35-4,0 2,-5 2,-2 3,-2 2,-11 1,-5 0,-9 0,-5 0,-1 0,-3 0,-1 0,-4 0,-7 0,-7 0,-5 0,-7 0,0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9.4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20,'62'0,"0"0,7 0,2 0,8 0,3 0,11 0,4 0,-26 0,1 0,3 0,13 0,3 0,3 0,-14 0,2 0,2 0,-1 0,3-1,0 1,0 0,0-1,1 0,-1 0,0 0,-1-1,-8 1,0 0,-3 0,-1-1,13 1,-3-1,-2 1,-6 0,-3 0,-1 0,25 1,-2 0,-6 0,0 0,0 0,0 0,-2 2,0 2,-1 3,0 1,0 2,0 0,-2 2,0-1,-2-3,-2-1,-6-1,-2-1,-9-2,-1 0,-8 0,-2 1,37 2,-10-3,-8 0,-2-3,-2 0,1 0,3 0,6 0,6 0,4 0,1 0,-7 0,-5 0,-6 0,-2 0,-1 0,-1 0,-3 0,1 0,1 0,0 0,-1 0,-9 0,-13 0,-12 0,-13 2,-2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48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1336 2435 24575,'-13'5'0,"-18"-1"0,-25-4 0,-24 0 0,-18-3 0,4-8 0,6-11 0,42 2 0,0-3 0,-1-3 0,1-2 0,3-1 0,1 0 0,-34-25 0,26 12 0,9 7 0,6 4 0,4-1 0,2 0 0,3-2 0,2 2 0,5 5 0,2 0 0,1 0 0,-4-10 0,-5-7 0,-2-5 0,0-2 0,3 0 0,3-4 0,2-1 0,4 1 0,4 4 0,1 2 0,2-4 0,-1-2 0,2-1 0,0 5 0,1 8 0,3 5 0,0 4 0,3-3 0,0-2 0,0 1 0,0 0 0,0 10 0,0 2 0,0 1 0,0-4 0,0-11 0,0-6 0,4-5 0,6 2 0,6 6 0,2 11 0,-1 13 0,-4 5 0,-2 1 0,2-6 0,3-9 0,4-3 0,0 0 0,-1 2 0,0 2 0,1 2 0,1 0 0,1 1 0,-1 2 0,2 1 0,4-1 0,2 0 0,2 1 0,-2 3 0,-7 6 0,-4 4 0,-5 0 0,0-3 0,3-5 0,4 0 0,2-2 0,-1 5 0,-1 5 0,-4 1 0,-7 7 0,-5-3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50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24575,'30'0'0,"11"0"0,9 0 0,6 0 0,-4 0 0,-6 0 0,-5 0 0,-6 0 0,-5-2 0,-5-1 0,-4 0 0,1-2 0,-4 4 0,-4 3 0,-7 4 0,-5 7 0,-2 2 0,0 6 0,0 6 0,0 8 0,0 8 0,0 8 0,0 9 0,0 0 0,0-7 0,0-12 0,0-12 0,0-5 0,0-5 0,0 0 0,0-2 0,0-1 0,0 2 0,0 0 0,-3-4 0,2-4 0,-3-6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3:42.43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1 105,'96'0,"-8"0,-18 0,8 0,12 0,-40 0,1 0,3-1,1-1,-1-1,0-2,2 0,0-2,0-2,-1-1,-3 0,-3 0,32-8,-27 4,-23 7,-14 4,-5 3,-4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3:44.26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11,'83'0,"1"0,-1 0,-1 0,-6 0,-1 0,-5 0,-3 0,-8 0,-4 0,39 0,-8 0,13 0,-46 0,-1 0,40 0,-18 0,-28 0,-10 0,-6 0,-10-2,-6-1,10 0,1 0,18 3,1 0,-3 0,-6 0,-11 0,-12 0,-5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3:49.41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27,'57'0,"0"0,-1 0,-2 0,46 0,-50 0,1 0,1 0,0 0,1 0,-1 0,48 0,-10 0,-7 0,-32 0,1 0,4 0,1 0,3 0,-1 0,-3-2,-2-1,35-3,2-2,9 2,-46 5,0 1,0 0,-2 0,40 0,-13 0,-13 0,-2 0,-2 0,-7 0,-9 0,-11 0,-8 0,-5 0,0 0,2 0,3 0,5 0,-1 0,-3 0,-5 0,-6 0,-3 0,9 0,-5 0,10 0,-8 0,0 0,-2 0,-3 0,-1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4:51.09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1,'64'0,"0"0,17 0,5 0,-17 0,3 0,2 0,9 0,2 0,8 0,-12 0,8 0,3 0,0 0,-6 0,3 0,-4 0,0 0,5 0,3 1,5-1,2 1,-2 0,-5 1,-4 1,-3 0,-3 1,-1 0,-2 0,-2 1,0 0,-2 0,19 2,-1 0,-4 0,-10-1,-2 0,-3-1,26 0,-3-2,-5 0,-3-1,-7-1,-2 0,-2-1,-2 0,-2 0,0 0,-3 0,0 0,-2 0,-1 0,-5 0,-2 0,-2 0,-1 0,-6 0,-1 0,44 0,-6 3,-12 0,-5 3,-10 1,-4-1,-3 0,1-3,6-1,2-2,6 0,3 0,-6 0,-1 0,-8 0,-3 0,6 0,1 0,0 0,-8 0,-15 0,-10 0,-7 0,1 0,3 0,1 0,-1 0,-13-5,-4-1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7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1444 2594 24575,'-28'0'0,"0"0"0,3 0 0,-3 0 0,-7 0 0,-18-4 0,-21-13 0,-10-14 0,1-10 0,14-1 0,14 6 0,9-1 0,2 2 0,-1-2 0,0 3 0,-1 4 0,0-3 0,0 0 0,-3-3 0,6 1 0,1 2 0,8 2 0,5-4 0,2-4 0,1-9 0,-2-7 0,1-4 0,0-5 0,1-1 0,-2-3 0,-1-6 0,0-1 0,0-4 0,3 3 0,2 3 0,5 2 0,6 4 0,7-2 0,3 1 0,3 1 0,0 0 0,0 4 0,0 8 0,1 8 0,4 9 0,5 8 0,4 0 0,3 3 0,-2 2 0,1 0 0,2 1 0,4-4 0,4-4 0,3 0 0,-1 4 0,-2 5 0,1 4 0,4 0 0,4 1 0,4-2 0,-2 3 0,-5-1 0,2-1 0,4-6 0,7-7 0,7-4 0,-4 0 0,-5 7 0,-11 9 0,-17 11 0,-5 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9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 24575,'16'-5'0,"4"1"0,3 4 0,0 0 0,-5 0 0,4 0 0,13 0 0,17 0 0,17 0 0,13 0 0,5 0 0,0 0 0,-6 0 0,-14 0 0,-18 0 0,-13-2 0,-10-1 0,-7 0 0,-4 4 0,-7 8 0,-5 15 0,-3 22 0,0 21 0,0 29 0,0-40 0,0 1 0,0 2 0,0-1 0,0-4 0,0-2 0,0 28 0,0-23 0,0-19 0,0-10 0,0-4 0,0-3 0,-2-6 0,2-5 0,-2-6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51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24575,'85'0'0,"-35"2"0,5 3 0,15 6 0,3 4 0,4 5 0,0 3 0,-2 7 0,0 2 0,2 4 0,-2 0 0,-8-2 0,-1 1 0,-2 0 0,-1-1 0,-5-3 0,-2-1 0,-6-3 0,0-2 0,2-1 0,1-1 0,-1-2 0,1-1 0,0 1 0,0-1 0,-1-1 0,-1 0 0,42 16 0,-8-3 0,-2 1 0,7 6 0,-43-18 0,2 0 0,1 1 0,0 0 0,-2 1 0,-1 1 0,41 19 0,-2 1 0,-41-20 0,1 1 0,5 2 0,0 0 0,5 2 0,-1 0 0,0 1 0,0 0 0,-6-4 0,-1-1 0,37 19 0,-10-6 0,-5-2 0,4 0 0,-5-3 0,-4-3 0,-12-5 0,-8-1 0,-4-3 0,-2-3 0,-4-6 0,-7-6 0,-14-3 0,-4-3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51.1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13 736 24575,'0'-37'0,"0"-9"0,0-7 0,0-17 0,0-9 0,0-13 0,0-1 0,0 13 0,0 21 0,0 21 0,-2 11 0,-3 2 0,0 4 0,4 8 0,12 10 0,16 8 0,17 0 0,21-3 0,21-2 0,-36 0 0,2 0 0,3 0 0,1 0 0,2 0 0,0 0 0,-2 0 0,-1 0 0,-2 0 0,0 0 0,45 0 0,-12 0 0,-14 3 0,-12 0 0,-10 0 0,-5 0 0,-4-3 0,-7 0 0,-8 0 0,-7-2 0,-9 1 0,-6-1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4.6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0,'52'0,"0"0,11 0,4 0,7 0,4 0,7 0,1 0,-1 0,-2 0,-5 0,-2 0,-1 0,1 0,9 0,1 0,1 0,1 0,-1 0,-2 0,-8 0,-4 0,-19 0,-3 0,44 0,-3 0,0 0,-5 0,-10 0,-9 0,-5 0,7 0,11 0,5 2,-5 1,-13 1,-13 1,-6-1,-2-1,1 2,6-1,5 2,9-1,5 1,-3 1,-7-1,-13 2,-15-2,-19-1,-6-3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48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1336 2435 24575,'-13'5'0,"-18"-1"0,-25-4 0,-24 0 0,-18-3 0,4-8 0,6-11 0,42 2 0,0-3 0,-1-3 0,1-2 0,3-1 0,1 0 0,-34-25 0,26 12 0,9 7 0,6 4 0,4-1 0,2 0 0,3-2 0,2 2 0,5 5 0,2 0 0,1 0 0,-4-10 0,-5-7 0,-2-5 0,0-2 0,3 0 0,3-4 0,2-1 0,4 1 0,4 4 0,1 2 0,2-4 0,-1-2 0,2-1 0,0 5 0,1 8 0,3 5 0,0 4 0,3-3 0,0-2 0,0 1 0,0 0 0,0 10 0,0 2 0,0 1 0,0-4 0,0-11 0,0-6 0,4-5 0,6 2 0,6 6 0,2 11 0,-1 13 0,-4 5 0,-2 1 0,2-6 0,3-9 0,4-3 0,0 0 0,-1 2 0,0 2 0,1 2 0,1 0 0,1 1 0,-1 2 0,2 1 0,4-1 0,2 0 0,2 1 0,-2 3 0,-7 6 0,-4 4 0,-5 0 0,0-3 0,3-5 0,4 0 0,2-2 0,-1 5 0,-1 5 0,-4 1 0,-7 7 0,-5-3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50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24575,'30'0'0,"11"0"0,9 0 0,6 0 0,-4 0 0,-6 0 0,-5 0 0,-6 0 0,-5-2 0,-5-1 0,-4 0 0,1-2 0,-4 4 0,-4 3 0,-7 4 0,-5 7 0,-2 2 0,0 6 0,0 6 0,0 8 0,0 8 0,0 8 0,0 9 0,0 0 0,0-7 0,0-12 0,0-12 0,0-5 0,0-5 0,0 0 0,0-2 0,0-1 0,0 2 0,0 0 0,-3-4 0,2-4 0,-3-6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7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1444 2594 24575,'-28'0'0,"0"0"0,3 0 0,-3 0 0,-7 0 0,-18-4 0,-21-13 0,-10-14 0,1-10 0,14-1 0,14 6 0,9-1 0,2 2 0,-1-2 0,0 3 0,-1 4 0,0-3 0,0 0 0,-3-3 0,6 1 0,1 2 0,8 2 0,5-4 0,2-4 0,1-9 0,-2-7 0,1-4 0,0-5 0,1-1 0,-2-3 0,-1-6 0,0-1 0,0-4 0,3 3 0,2 3 0,5 2 0,6 4 0,7-2 0,3 1 0,3 1 0,0 0 0,0 4 0,0 8 0,1 8 0,4 9 0,5 8 0,4 0 0,3 3 0,-2 2 0,1 0 0,2 1 0,4-4 0,4-4 0,3 0 0,-1 4 0,-2 5 0,1 4 0,4 0 0,4 1 0,4-2 0,-2 3 0,-5-1 0,2-1 0,4-6 0,7-7 0,7-4 0,-4 0 0,-5 7 0,-11 9 0,-17 11 0,-5 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9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 24575,'16'-5'0,"4"1"0,3 4 0,0 0 0,-5 0 0,4 0 0,13 0 0,17 0 0,17 0 0,13 0 0,5 0 0,0 0 0,-6 0 0,-14 0 0,-18 0 0,-13-2 0,-10-1 0,-7 0 0,-4 4 0,-7 8 0,-5 15 0,-3 22 0,0 21 0,0 29 0,0-40 0,0 1 0,0 2 0,0-1 0,0-4 0,0-2 0,0 28 0,0-23 0,0-19 0,0-10 0,0-4 0,0-3 0,-2-6 0,2-5 0,-2-6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36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24575,'85'0'0,"-35"2"0,5 3 0,15 6 0,3 4 0,4 5 0,0 3 0,-2 7 0,0 2 0,2 4 0,-2 0 0,-8-2 0,-1 1 0,-2 0 0,-1-1 0,-5-3 0,-2-1 0,-6-3 0,0-2 0,2-1 0,1-1 0,-1-2 0,1-1 0,0 1 0,0-1 0,-1-1 0,-1 0 0,42 16 0,-8-3 0,-2 1 0,7 6 0,-43-18 0,2 0 0,1 1 0,0 0 0,-2 1 0,-1 1 0,41 19 0,-2 1 0,-41-20 0,1 1 0,5 2 0,0 0 0,5 2 0,-1 0 0,0 1 0,0 0 0,-6-4 0,-1-1 0,37 19 0,-10-6 0,-5-2 0,4 0 0,-5-3 0,-4-3 0,-12-5 0,-8-1 0,-4-3 0,-2-3 0,-4-6 0,-7-6 0,-14-3 0,-4-3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36.1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13 736 24575,'0'-37'0,"0"-9"0,0-7 0,0-17 0,0-9 0,0-13 0,0-1 0,0 13 0,0 21 0,0 21 0,-2 11 0,-3 2 0,0 4 0,4 8 0,12 10 0,16 8 0,17 0 0,21-3 0,21-2 0,-36 0 0,2 0 0,3 0 0,1 0 0,2 0 0,0 0 0,-2 0 0,-1 0 0,-2 0 0,0 0 0,45 0 0,-12 0 0,-14 3 0,-12 0 0,-10 0 0,-5 0 0,-4-3 0,-7 0 0,-8 0 0,-7-2 0,-9 1 0,-6-1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8:37.03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1,'62'0,"0"0,0 0,0 0,-7 0,-1 0,0 0,-1 0,-2 0,0 0,44 0,-7 0,-4 0,-10 0,-9 0,-13 0,-13 0,-12 0,-10 0,-3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8:39.49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24,'100'0,"-43"0,3 0,15 0,2 0,6 0,1 0,0 0,-1 0,-4 0,0 0,-2 0,-2 0,-6 0,-2 0,-8 0,-2 0,38 0,-27-3,-10-3,-13 0,-11 0,-10 4,-2 2,2 0,2 0,1 0,-12 0,-4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8:41.09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1,'71'0,"0"0,13 0,3 0,-21 0,1 0,3 0,5 0,3 0,2 0,19 0,3 0,-5 0,-23 0,-3 0,0 0,10 0,1 0,-8 0,-9 0,-7 0,42 0,-18 0,-23 0,-14 0,-18 0,-6 0,-2 0,3 0,3 0,-1 0,-11 0,-4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39:11.997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0,'92'0,"1"0,-1 0,-12 0,2 0,2 0,2 0,-7 0,2 0,1 0,2 0,0 0,6 0,1 0,1 0,1 0,0 0,-10 0,2 0,0 0,0 0,-1 0,-1 0,10 0,-1 0,-1 0,-1 0,-1 0,12 0,-2 0,-2 0,-2 0,-11 0,-1 0,-3 0,-1 0,11 0,-4 0,-1 0,-6 0,-2 0,-1 1,-1 1,-1 1,-1-1,-4 1,-2 0,0 0,33 2,-1 0,-10 0,-2 0,-4-1,-2 0,-2 1,-1 1,-6 0,-1 1,-2 0,-2 1,-4-2,-3 1,-6-1,-3-1,37 2,-13-2,-5-1,0-1,-7 2,-4-2,-10 3,-4-1,-6 1,-5-1,-7-2,-9 1,-4-2,5 1,-9-1,9-1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9:16.6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1556 2971 24575,'-26'0'0,"-31"0"0,-36 0 0,35 0 0,-2 0 0,-4 0 0,0 0 0,6 0 0,2 0 0,3-1 0,1-3 0,-1-7 0,1-6 0,0-8 0,2-7 0,-1-9 0,2-5 0,0-7 0,3-2 0,6 0 0,3 0 0,2 2 0,3 0 0,4 1 0,2 1 0,3 3 0,2 1 0,-19-38 0,6 9 0,2 5 0,2-3 0,-2-7 0,-1-6 0,5-3 0,6-2 0,10-3 0,6 2 0,4 2 0,4 1 0,7-3 0,2 43 0,3-1 0,5-6 0,5 0 0,5-5 0,3 0 0,1 1 0,0 0 0,0 4 0,-1 1 0,-4 8 0,0 2 0,20-35 0,0 10 0,0 2 0,1 5 0,1 6 0,-2 10 0,3 13 0,-1 8 0,-3 9 0,-8 7 0,-9 7 0,-6 4 0,-5 0 0,-1 0 0,-9 0 0,-2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9:18.1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24575,'22'0'0,"14"0"0,18 0 0,7 0 0,33 0 0,-18 0 0,2 0 0,-25 0 0,-4 0 0,48 0 0,-4 0 0,-14 0 0,-5 0 0,-15 0 0,-15 0 0,-18 0 0,-11 2 0,-9 6 0,-3 6 0,-3 19 0,4 23 0,7 23 0,-3-29 0,3 2 0,2 1 0,2 0 0,1-1 0,1-3 0,16 37 0,-2-20 0,-9-20 0,-6-16 0,-6-13 0,-6-9 0,0-5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4.6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0,'52'0,"0"0,11 0,4 0,7 0,4 0,7 0,1 0,-1 0,-2 0,-5 0,-2 0,-1 0,1 0,9 0,1 0,1 0,1 0,-1 0,-2 0,-8 0,-4 0,-19 0,-3 0,44 0,-3 0,0 0,-5 0,-10 0,-9 0,-5 0,7 0,11 0,5 2,-5 1,-13 1,-13 1,-6-1,-2-1,1 2,6-1,5 2,9-1,5 1,-3 1,-7-1,-13 2,-15-2,-19-1,-6-3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48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1336 2435 24575,'-13'5'0,"-18"-1"0,-25-4 0,-24 0 0,-18-3 0,4-8 0,6-11 0,42 2 0,0-3 0,-1-3 0,1-2 0,3-1 0,1 0 0,-34-25 0,26 12 0,9 7 0,6 4 0,4-1 0,2 0 0,3-2 0,2 2 0,5 5 0,2 0 0,1 0 0,-4-10 0,-5-7 0,-2-5 0,0-2 0,3 0 0,3-4 0,2-1 0,4 1 0,4 4 0,1 2 0,2-4 0,-1-2 0,2-1 0,0 5 0,1 8 0,3 5 0,0 4 0,3-3 0,0-2 0,0 1 0,0 0 0,0 10 0,0 2 0,0 1 0,0-4 0,0-11 0,0-6 0,4-5 0,6 2 0,6 6 0,2 11 0,-1 13 0,-4 5 0,-2 1 0,2-6 0,3-9 0,4-3 0,0 0 0,-1 2 0,0 2 0,1 2 0,1 0 0,1 1 0,-1 2 0,2 1 0,4-1 0,2 0 0,2 1 0,-2 3 0,-7 6 0,-4 4 0,-5 0 0,0-3 0,3-5 0,4 0 0,2-2 0,-1 5 0,-1 5 0,-4 1 0,-7 7 0,-5-3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50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24575,'30'0'0,"11"0"0,9 0 0,6 0 0,-4 0 0,-6 0 0,-5 0 0,-6 0 0,-5-2 0,-5-1 0,-4 0 0,1-2 0,-4 4 0,-4 3 0,-7 4 0,-5 7 0,-2 2 0,0 6 0,0 6 0,0 8 0,0 8 0,0 8 0,0 9 0,0 0 0,0-7 0,0-12 0,0-12 0,0-5 0,0-5 0,0 0 0,0-2 0,0-1 0,0 2 0,0 0 0,-3-4 0,2-4 0,-3-6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7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1444 2594 24575,'-28'0'0,"0"0"0,3 0 0,-3 0 0,-7 0 0,-18-4 0,-21-13 0,-10-14 0,1-10 0,14-1 0,14 6 0,9-1 0,2 2 0,-1-2 0,0 3 0,-1 4 0,0-3 0,0 0 0,-3-3 0,6 1 0,1 2 0,8 2 0,5-4 0,2-4 0,1-9 0,-2-7 0,1-4 0,0-5 0,1-1 0,-2-3 0,-1-6 0,0-1 0,0-4 0,3 3 0,2 3 0,5 2 0,6 4 0,7-2 0,3 1 0,3 1 0,0 0 0,0 4 0,0 8 0,1 8 0,4 9 0,5 8 0,4 0 0,3 3 0,-2 2 0,1 0 0,2 1 0,4-4 0,4-4 0,3 0 0,-1 4 0,-2 5 0,1 4 0,4 0 0,4 1 0,4-2 0,-2 3 0,-5-1 0,2-1 0,4-6 0,7-7 0,7-4 0,-4 0 0,-5 7 0,-11 9 0,-17 11 0,-5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9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 24575,'16'-5'0,"4"1"0,3 4 0,0 0 0,-5 0 0,4 0 0,13 0 0,17 0 0,17 0 0,13 0 0,5 0 0,0 0 0,-6 0 0,-14 0 0,-18 0 0,-13-2 0,-10-1 0,-7 0 0,-4 4 0,-7 8 0,-5 15 0,-3 22 0,0 21 0,0 29 0,0-40 0,0 1 0,0 2 0,0-1 0,0-4 0,0-2 0,0 28 0,0-23 0,0-19 0,0-10 0,0-4 0,0-3 0,-2-6 0,2-5 0,-2-6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36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24575,'85'0'0,"-35"2"0,5 3 0,15 6 0,3 4 0,4 5 0,0 3 0,-2 7 0,0 2 0,2 4 0,-2 0 0,-8-2 0,-1 1 0,-2 0 0,-1-1 0,-5-3 0,-2-1 0,-6-3 0,0-2 0,2-1 0,1-1 0,-1-2 0,1-1 0,0 1 0,0-1 0,-1-1 0,-1 0 0,42 16 0,-8-3 0,-2 1 0,7 6 0,-43-18 0,2 0 0,1 1 0,0 0 0,-2 1 0,-1 1 0,41 19 0,-2 1 0,-41-20 0,1 1 0,5 2 0,0 0 0,5 2 0,-1 0 0,0 1 0,0 0 0,-6-4 0,-1-1 0,37 19 0,-10-6 0,-5-2 0,4 0 0,-5-3 0,-4-3 0,-12-5 0,-8-1 0,-4-3 0,-2-3 0,-4-6 0,-7-6 0,-14-3 0,-4-3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36.1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13 736 24575,'0'-37'0,"0"-9"0,0-7 0,0-17 0,0-9 0,0-13 0,0-1 0,0 13 0,0 21 0,0 21 0,-2 11 0,-3 2 0,0 4 0,4 8 0,12 10 0,16 8 0,17 0 0,21-3 0,21-2 0,-36 0 0,2 0 0,3 0 0,1 0 0,2 0 0,0 0 0,-2 0 0,-1 0 0,-2 0 0,0 0 0,45 0 0,-12 0 0,-14 3 0,-12 0 0,-10 0 0,-5 0 0,-4-3 0,-7 0 0,-8 0 0,-7-2 0,-9 1 0,-6-1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9:16.6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1556 2971 24575,'-26'0'0,"-31"0"0,-36 0 0,35 0 0,-2 0 0,-4 0 0,0 0 0,6 0 0,2 0 0,3-1 0,1-3 0,-1-7 0,1-6 0,0-8 0,2-7 0,-1-9 0,2-5 0,0-7 0,3-2 0,6 0 0,3 0 0,2 2 0,3 0 0,4 1 0,2 1 0,3 3 0,2 1 0,-19-38 0,6 9 0,2 5 0,2-3 0,-2-7 0,-1-6 0,5-3 0,6-2 0,10-3 0,6 2 0,4 2 0,4 1 0,7-3 0,2 43 0,3-1 0,5-6 0,5 0 0,5-5 0,3 0 0,1 1 0,0 0 0,0 4 0,-1 1 0,-4 8 0,0 2 0,20-35 0,0 10 0,0 2 0,1 5 0,1 6 0,-2 10 0,3 13 0,-1 8 0,-3 9 0,-8 7 0,-9 7 0,-6 4 0,-5 0 0,-1 0 0,-9 0 0,-2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9:18.1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24575,'22'0'0,"14"0"0,18 0 0,7 0 0,33 0 0,-18 0 0,2 0 0,-25 0 0,-4 0 0,48 0 0,-4 0 0,-14 0 0,-5 0 0,-15 0 0,-15 0 0,-18 0 0,-11 2 0,-9 6 0,-3 6 0,-3 19 0,4 23 0,7 23 0,-3-29 0,3 2 0,2 1 0,2 0 0,1-1 0,1-3 0,16 37 0,-2-20 0,-9-20 0,-6-16 0,-6-13 0,-6-9 0,0-5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8:29:34.6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0,'52'0,"0"0,11 0,4 0,7 0,4 0,7 0,1 0,-1 0,-2 0,-5 0,-2 0,-1 0,1 0,9 0,1 0,1 0,1 0,-1 0,-2 0,-8 0,-4 0,-19 0,-3 0,44 0,-3 0,0 0,-5 0,-10 0,-9 0,-5 0,7 0,11 0,5 2,-5 1,-13 1,-13 1,-6-1,-2-1,1 2,6-1,5 2,9-1,5 1,-3 1,-7-1,-13 2,-15-2,-19-1,-6-3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48.6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1336 2435 24575,'-13'5'0,"-18"-1"0,-25-4 0,-24 0 0,-18-3 0,4-8 0,6-11 0,42 2 0,0-3 0,-1-3 0,1-2 0,3-1 0,1 0 0,-34-25 0,26 12 0,9 7 0,6 4 0,4-1 0,2 0 0,3-2 0,2 2 0,5 5 0,2 0 0,1 0 0,-4-10 0,-5-7 0,-2-5 0,0-2 0,3 0 0,3-4 0,2-1 0,4 1 0,4 4 0,1 2 0,2-4 0,-1-2 0,2-1 0,0 5 0,1 8 0,3 5 0,0 4 0,3-3 0,0-2 0,0 1 0,0 0 0,0 10 0,0 2 0,0 1 0,0-4 0,0-11 0,0-6 0,4-5 0,6 2 0,6 6 0,2 11 0,-1 13 0,-4 5 0,-2 1 0,2-6 0,3-9 0,4-3 0,0 0 0,-1 2 0,0 2 0,1 2 0,1 0 0,1 1 0,-1 2 0,2 1 0,4-1 0,2 0 0,2 1 0,-2 3 0,-7 6 0,-4 4 0,-5 0 0,0-3 0,3-5 0,4 0 0,2-2 0,-1 5 0,-1 5 0,-4 1 0,-7 7 0,-5-3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0:50.6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14 24575,'30'0'0,"11"0"0,9 0 0,6 0 0,-4 0 0,-6 0 0,-5 0 0,-6 0 0,-5-2 0,-5-1 0,-4 0 0,1-2 0,-4 4 0,-4 3 0,-7 4 0,-5 7 0,-2 2 0,0 6 0,0 6 0,0 8 0,0 8 0,0 8 0,0 9 0,0 0 0,0-7 0,0-12 0,0-12 0,0-5 0,0-5 0,0 0 0,0-2 0,0-1 0,0 2 0,0 0 0,-3-4 0,2-4 0,-3-6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7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1444 2594 24575,'-28'0'0,"0"0"0,3 0 0,-3 0 0,-7 0 0,-18-4 0,-21-13 0,-10-14 0,1-10 0,14-1 0,14 6 0,9-1 0,2 2 0,-1-2 0,0 3 0,-1 4 0,0-3 0,0 0 0,-3-3 0,6 1 0,1 2 0,8 2 0,5-4 0,2-4 0,1-9 0,-2-7 0,1-4 0,0-5 0,1-1 0,-2-3 0,-1-6 0,0-1 0,0-4 0,3 3 0,2 3 0,5 2 0,6 4 0,7-2 0,3 1 0,3 1 0,0 0 0,0 4 0,0 8 0,1 8 0,4 9 0,5 8 0,4 0 0,3 3 0,-2 2 0,1 0 0,2 1 0,4-4 0,4-4 0,3 0 0,-1 4 0,-2 5 0,1 4 0,4 0 0,4 1 0,4-2 0,-2 3 0,-5-1 0,2-1 0,4-6 0,7-7 0,7-4 0,-4 0 0,-5 7 0,-11 9 0,-17 11 0,-5 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4:59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 24575,'16'-5'0,"4"1"0,3 4 0,0 0 0,-5 0 0,4 0 0,13 0 0,17 0 0,17 0 0,13 0 0,5 0 0,0 0 0,-6 0 0,-14 0 0,-18 0 0,-13-2 0,-10-1 0,-7 0 0,-4 4 0,-7 8 0,-5 15 0,-3 22 0,0 21 0,0 29 0,0-40 0,0 1 0,0 2 0,0-1 0,0-4 0,0-2 0,0 28 0,0-23 0,0-19 0,0-10 0,0-4 0,0-3 0,-2-6 0,2-5 0,-2-6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36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24575,'85'0'0,"-35"2"0,5 3 0,15 6 0,3 4 0,4 5 0,0 3 0,-2 7 0,0 2 0,2 4 0,-2 0 0,-8-2 0,-1 1 0,-2 0 0,-1-1 0,-5-3 0,-2-1 0,-6-3 0,0-2 0,2-1 0,1-1 0,-1-2 0,1-1 0,0 1 0,0-1 0,-1-1 0,-1 0 0,42 16 0,-8-3 0,-2 1 0,7 6 0,-43-18 0,2 0 0,1 1 0,0 0 0,-2 1 0,-1 1 0,41 19 0,-2 1 0,-41-20 0,1 1 0,5 2 0,0 0 0,5 2 0,-1 0 0,0 1 0,0 0 0,-6-4 0,-1-1 0,37 19 0,-10-6 0,-5-2 0,4 0 0,-5-3 0,-4-3 0,-12-5 0,-8-1 0,-4-3 0,-2-3 0,-4-6 0,-7-6 0,-14-3 0,-4-3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6:36.1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13 736 24575,'0'-37'0,"0"-9"0,0-7 0,0-17 0,0-9 0,0-13 0,0-1 0,0 13 0,0 21 0,0 21 0,-2 11 0,-3 2 0,0 4 0,4 8 0,12 10 0,16 8 0,17 0 0,21-3 0,21-2 0,-36 0 0,2 0 0,3 0 0,1 0 0,2 0 0,0 0 0,-2 0 0,-1 0 0,-2 0 0,0 0 0,45 0 0,-12 0 0,-14 3 0,-12 0 0,-10 0 0,-5 0 0,-4-3 0,-7 0 0,-8 0 0,-7-2 0,-9 1 0,-6-1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9:16.6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1556 2971 24575,'-26'0'0,"-31"0"0,-36 0 0,35 0 0,-2 0 0,-4 0 0,0 0 0,6 0 0,2 0 0,3-1 0,1-3 0,-1-7 0,1-6 0,0-8 0,2-7 0,-1-9 0,2-5 0,0-7 0,3-2 0,6 0 0,3 0 0,2 2 0,3 0 0,4 1 0,2 1 0,3 3 0,2 1 0,-19-38 0,6 9 0,2 5 0,2-3 0,-2-7 0,-1-6 0,5-3 0,6-2 0,10-3 0,6 2 0,4 2 0,4 1 0,7-3 0,2 43 0,3-1 0,5-6 0,5 0 0,5-5 0,3 0 0,1 1 0,0 0 0,0 4 0,-1 1 0,-4 8 0,0 2 0,20-35 0,0 10 0,0 2 0,1 5 0,1 6 0,-2 10 0,3 13 0,-1 8 0,-3 9 0,-8 7 0,-9 7 0,-6 4 0,-5 0 0,-1 0 0,-9 0 0,-2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08:39:18.1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24575,'22'0'0,"14"0"0,18 0 0,7 0 0,33 0 0,-18 0 0,2 0 0,-25 0 0,-4 0 0,48 0 0,-4 0 0,-14 0 0,-5 0 0,-15 0 0,-15 0 0,-18 0 0,-11 2 0,-9 6 0,-3 6 0,-3 19 0,4 23 0,7 23 0,-3-29 0,3 2 0,2 1 0,2 0 0,1-1 0,1-3 0,16 37 0,-2-20 0,-9-20 0,-6-16 0,-6-13 0,-6-9 0,0-5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3:53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1174 24575,'24'0'0,"26"0"0,35 0 0,-13 0 0,8 0 0,-13 0 0,4 0 0,1 0-527,7 0 1,2 0 0,1 0 526,6 0 0,0 0 0,0 0 0,-6 0 0,0 0 0,-2 0 0,-6 1 0,-2-1 0,0-1 256,27-1 0,-3-3-256,-11-3 0,-3-2 130,-6-4 1,-1-1-131,-1-2 0,0 1 0,0 1 0,0 2 0,-3 2 0,-1 2 403,-5 2 0,-1 0-403,-5-1 0,-1 0 0,-5-2 0,0-2 0,-4-3 0,-2-5 0,37-28 0,-16-13 0,-20-7 0,-18-1 0,-13-1 0,-9 4 0,-16-4 0,-21 2 0,-33-5 0,13 33 0,-7 2 0,-11-1 0,-6 2 0,-9-1 0,-5 2 0,-5 5 0,-3 4 0,0 4 0,0 6 0,3 4 0,1 3 0,6 5 0,3 2 0,7 1 0,3 2 0,7 1 0,1 3 0,6 1 0,0 4 0,3 3 0,2 2 0,-1 5 0,0 1 0,-2 3 0,0 1 0,-2-1 0,1 0 0,0 0 0,2-2 0,1 0 0,1-1 0,3-1 0,0-1 0,-38 16 0,9-1 0,8-3 0,9-1 0,0 2 0,6-2 0,6-1 0,4 0 0,5 1 0,3 0 0,3-2 0,5-1 0,2-2 0,2 3 0,-3 4 0,0 1 0,5-5 0,7-7 0,7-9 0,4-2 0,0 1 0,-1 5 0,1 6 0,0 5 0,4 4 0,1-2 0,1-2 0,0-6 0,0-9 0,0-5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4:02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24575,'28'0'0,"19"0"0,0 0 0,6 0 0,14 0 0,2 0 0,6 0 0,1 0 0,-2 0 0,-2 0 0,-11 0 0,-2 0 0,-4 0 0,-2 0 0,0 0 0,-2 0 0,41 0 0,-15 0 0,-9 0 0,-9 0 0,-3 0 0,-1 0 0,-3 0 0,-6 0 0,-5 0 0,-8 0 0,-6 0 0,-6 0 0,-5 0 0,-8 0 0,-4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4:07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24575,'39'-3'0,"14"1"0,22 2 0,24 0 0,-44 0 0,0 0 0,1 0 0,0 0 0,-3 0 0,-1 0 0,35 0 0,-12 0 0,-14 0 0,-10 0 0,-6 0 0,-1 0 0,-2 0 0,1 0 0,-1 0 0,0 0 0,-1 0 0,-6 0 0,-6 0 0,-6 0 0,-6 0 0,-2 0 0,-3 0 0,-1 0 0,-1 0 0,-1 0 0,-4 0 0,-1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4:35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4:36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 24575,'75'0'0,"-16"0"0,6 0 0,24 0 0,7 0-550,-18 0 0,3 0 0,1 0 550,4 0 0,0 0 0,-1 0 0,-7 0 0,-2 0 0,-3 0 267,23 0 1,-7 0-268,-21 0 0,-6 0 273,33 0-273,-9 0 0,-12 0 0,-7 0 842,-12 0-842,-16-1 0,-17 1 0,-12-1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4:38.2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121 965 24575,'-6'-44'0,"-4"-2"0,-6-7 0,-1 4 0,2 7 0,3 9 0,5 8 0,1 6 0,2 6 0,3 5 0,-1 3 0,1-1 0,-1 1 0,0 0 0,-1-2 0,1-4 0,-2-2 0,-1-3 0,0 4 0,5 4 0,6 5 0,15-1 0,19-6 0,24-15 0,25-16 0,-33 13 0,1-2 0,5-4 0,0 0 0,-3 0 0,-2 0 0,-6 2 0,-1 0 0,-7 3 0,-2 1 0,28-22 0,-9 10 0,-16 13 0,-14 11 0,-11 7 0,-10 6 0,-4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5:04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24575,'84'2'0,"-20"-1"0,8 0 0,-6-1 0,4 0 0,3 0-425,11 0 1,4 0 0,-2 0 424,-5 0 0,-1 0 0,-4 0 0,19 0 0,-8 0 207,-27 0 1,-9 0-208,2 2 211,-23 1-211,-12 2 0,-10-2 0,-3-1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5:06.6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285 0 24575,'-35'45'0,"-12"8"0,-12 9 0,0-2 0,18-14 0,17-18 0,12-11 0,7-9 0,3-4 0,2 0 0,4-1 0,9-2 0,6-1 0,6 1 0,2 5 0,5 5 0,5 7 0,6 4 0,8 4 0,3 3 0,-2-2 0,-8-5 0,-10-5 0,-12-6 0,-7-4 0,-7-4 0,-4-2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5:26.7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76 24575,'21'0'0,"5"0"0,5 0 0,5 0 0,2 0 0,0 0 0,5 0 0,-1 0 0,2 0 0,1 0 0,1 0 0,-1 0 0,-2 0 0,-3 0 0,-1 0 0,-1 0 0,1 0 0,0 0 0,1 0 0,-1 0 0,1 0 0,2 0 0,2 0 0,2-2 0,1-2 0,1-2 0,0-1 0,3-1 0,3 1 0,4 1 0,0 1 0,-4 1 0,-6 0 0,-5 2 0,-5 1 0,-4 0 0,-3 1 0,-4 0 0,-2 0 0,-2 0 0,-3 0 0,0 0 0,-2 0 0,2 0 0,0 0 0,0 0 0,0 0 0,-4 0 0,-2 0 0,-6-1 0,-3-2 0,-3-3 0,-1 2 0,-1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5:28.3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24575,'38'0'0,"2"0"0,4 0 0,2 0 0,-3 0 0,-1 0 0,0 0 0,0 0 0,0 1 0,-3 0 0,-5 1 0,-5-1 0,-5 0 0,-2-1 0,-1 0 0,1 0 0,0 0 0,1 0 0,-1 0 0,0 0 0,-4 0 0,-4 0 0,-2 0 0,-2 0 0,-2 0 0,-3 0 0,-2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6:29.9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51 24575,'24'2'0,"22"0"0,26-2 0,-5 0 0,9 0 0,18 0 0,6 0-520,-23 0 0,4-1 0,2 0 520,7-1 0,3-1 0,-1 0 0,-5-1 0,0 0 0,-2 0 72,-6 1 0,-1-1 0,-4 0-72,21 0 0,-8 1 0,-19 1 0,-6 1 0,22 1 0,-23 0 0,-23 0 1171,-13 0-1171,-8 0 173,-5 0-173,-3 0 0,-3-5 0,-4 3 0,-1-3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6:35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623 101 24575,'-35'0'0,"-1"0"0,-5 0 0,1 0 0,2 0 0,4 0 0,5 0 0,2 0 0,3 0 0,1 0 0,1 0 0,2 0 0,1 0 0,2 1 0,3 1 0,0 3 0,-1 2 0,0 2 0,-4 1 0,0 0 0,-1-1 0,3-1 0,3 0 0,4 1 0,4 2 0,1 3 0,1 2 0,0-1 0,-1-1 0,-1-1 0,-1-2 0,-1 0 0,2-1 0,1-2 0,2-2 0,2-1 0,1-1 0,-1 2 0,1 0 0,0 3 0,0 0 0,1 1 0,2 2 0,5-1 0,5 1 0,6-1 0,3 0 0,2-1 0,-1-2 0,-1-1 0,0-1 0,1 0 0,2 1 0,2 2 0,1 1 0,1 0 0,-2 1 0,0 0 0,-2 0 0,-1 0 0,-2-2 0,0 0 0,-1-2 0,0 0 0,-3-2 0,0 0 0,-1 0 0,2 0 0,2 0 0,4 1 0,1 0 0,1 1 0,-3-2 0,-1 0 0,3-2 0,0 0 0,4 1 0,0 0 0,0 0 0,-2-1 0,-1 1 0,0-1 0,-2 1 0,-1-1 0,1-1 0,0 0 0,0 0 0,2 0 0,-2 0 0,2 0 0,2-1 0,1 0 0,2-1 0,-2 0 0,-2 0 0,-3 0 0,-2 0 0,-3 0 0,-1-2 0,-1-3 0,0-3 0,1-2 0,-2-2 0,-1-2 0,-2-2 0,-2-2 0,0-1 0,-2-1 0,-1 1 0,-3 0 0,-2 2 0,-1 0 0,-1 0 0,1 0 0,-1 0 0,1 2 0,-2 2 0,0 0 0,-1 0 0,0 0 0,0 0 0,-1 0 0,-3-2 0,-3-1 0,-3-1 0,-1 1 0,-2 4 0,-1 2 0,-2 1 0,-2 1 0,-4-1 0,-4 0 0,-5-2 0,-6-1 0,-8 0 0,-6-1 0,-7 0 0,-3-1 0,0 3 0,1 1 0,8 2 0,9 2 0,8 1 0,4 1 0,0-1 0,-3-2 0,-4-3 0,-1-4 0,-1-3 0,3 1 0,17 6 0,4 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6:41.1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24575,'2'26'0,"5"11"0,7 13 0,9 16 0,5 7 0,4 4 0,-1-1 0,-3-6 0,-2 1 0,-2-2 0,-2-3 0,-1-3 0,-3-12 0,-3-8 0,-2-9 0,-2-6 0,-2-4 0,-3-7 0,-2-8 0,-4-5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6:42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0 395 24575,'0'-20'0,"1"-16"0,7-24 0,9-18 0,5-2 0,2 16 0,-7 25 0,-6 24 0,-5 13 0,-4 3 0,0 3 0,-2-1 0,0 1 0,0-1 0,0 1 0,0 2 0,1 1 0,2-2 0,4 0 0,8 0 0,7 0 0,9 3 0,7 1 0,5 1 0,2 1 0,1 2 0,-1 1 0,-2 0 0,-4-2 0,-2-1 0,-5-3 0,-2-2 0,-4 0 0,-3-2 0,-3-2 0,-4 1 0,-4-2 0,-7 1 0,0-1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3:49:04.7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24575,'23'0'0,"18"0"0,38 0 0,-22 0 0,5 0 0,15 0 0,4 0 0,9 0 0,1-1 0,2-1 0,0-2 0,2 0 0,-2-1 0,-5-1 0,-1 0 0,-6 0 0,0 2 0,-5 1 0,0 1 0,-1 0 0,0 2 0,4 0 0,-1 0 0,1 0 0,0 0 0,1 1 0,1 0 0,1 1 0,0 0 0,4 2 0,0 0 0,2 1 0,1 2 0,-6-1 0,-1 1 0,-8-1 0,-4 1 0,-11-1 0,-5-1 0,29 2 0,-19-2 0,-14 0 0,-7-2 0,-4 1 0,-7-3 0,-8-1 0,-5 0 0,-4 0 0,-2 0 0,-2 0 0,-2 0 0,0 0 0,-1 0 0,1 0 0,-1 0 0,2 0 0,-1 0 0,-2-1 0,-4 1 0,-1-1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8:43:06.102"/>
    </inkml:context>
    <inkml:brush xml:id="br0">
      <inkml:brushProperty name="width" value="0.035" units="cm"/>
      <inkml:brushProperty name="height" value="0.035" units="cm"/>
      <inkml:brushProperty name="color" value="#AB008B"/>
    </inkml:brush>
  </inkml:definitions>
  <inkml:trace contextRef="#ctx0" brushRef="#br0">0 1 24575,'0'0'0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1.5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0,'76'0,"-9"0,-24 0,-10 0,-6 0,-3 0,3 0,6 0,3 0,4 0,1 0,-2 0,0 0,1 0,2 0,3 0,5 0,4 0,-2 0,-4 0,-4 0,-5 0,-5 0,-4 2,-5 0,-2 1,1-1,4 0,3 1,6-1,-3 1,-6-1,-8 0,-6 1,0 1,1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3.84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0,'41'0,"-6"0,-23 0,1 0,12 0,-6 0,9 0,-8 0,1 0,-2 0,-3 0,-2 0,6 0,-8 0,6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5.62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1,'64'0,"-5"0,-17 0,-3 0,-4 0,-4 0,-4 0,-4 0,-3 0,-6 0,0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8:50.6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57,'79'0,"3"0,-6 0,7 0,3 0,1 1,-1 2,0 0,-3 0,-6-2,-5-1,-6 0,-2 0,4 0,7 0,5 0,3 0,0 0,-8 0,-4 0,-10 0,-11 0,-8 0,-9 0,-3 0,-1 0,3 0,3 0,2 0,5 0,4 0,-3 0,-3 0,-8 0,-10 0,-5 0,-24-30,8 22,-16-22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8:53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0 168,'75'0,"20"0,-33 0,3 0,4 0,2 0,-1 0,-1 0,-4 0,-2 0,-6 0,-1 0,-4 0,0 0,0 0,0 0,2-1,1-1,3-1,1-1,5 0,1-1,-2-2,1 1,-2 1,-2 1,-2 0,-2 1,-4 0,-2 0,38-1,-6-3,1-2,4-2,9-3,-1 2,-9 0,-14 3,-19 2,-10 0,-5-1,-7 1,-6 2,-13 3,-4 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8:55.4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24,'70'0,"0"0,1 0,1 0,-3 0,1 0,5 0,1 0,0 0,1 0,0 0,1 0,-4 0,1 0,5 0,1 0,10 0,1 0,-1 0,1 0,0 0,-1 0,-8 0,-2 0,-11 0,0 0,-3 0,-2 0,-3 0,-2 0,-5 0,-2 0,41 0,-17 0,-13-1,-7-2,-5 0,-3-3,-5 2,-9 1,-8 2,-12 0,-5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8:56.8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84,'96'0,"-35"0,6 0,15 0,6 0,-19 0,3 0,0 0,3 0,1 0,-1 0,0 0,1 0,-2 0,0 0,-1 0,-2 0,26 1,-2-2,2 1,0-2,-3 0,-1-1,-3-2,0 0,-2-1,-3-1,-13 1,-2-1,-11 0,-3 1,34-5,-21 2,-15 4,-11 2,-7 3,-6 0,-5 0,-7 0,-7 0,-4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8:59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0,'56'0,"-1"0,1 0,-1 0,-2 0,0 0,1 0,0 0,-3 0,0 0,1 0,1 0,-2 0,0 0,47 0,-4 0,-8 0,-12 0,-13 0,-13 0,-10 0,-4 0,-3 0,3 0,0 0,-2 0,-1 0,-4 0,-6 0,-6 0,-5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1.5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0,'76'0,"-9"0,-24 0,-10 0,-6 0,-3 0,3 0,6 0,3 0,4 0,1 0,-2 0,0 0,1 0,2 0,3 0,5 0,4 0,-2 0,-4 0,-4 0,-5 0,-5 0,-4 2,-5 0,-2 1,1-1,4 0,3 1,6-1,-3 1,-6-1,-8 0,-6 1,0 1,1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3.84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0,'41'0,"-6"0,-23 0,1 0,12 0,-6 0,9 0,-8 0,1 0,-2 0,-3 0,-2 0,6 0,-8 0,6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1.5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0,'76'0,"-9"0,-24 0,-10 0,-6 0,-3 0,3 0,6 0,3 0,4 0,1 0,-2 0,0 0,1 0,2 0,3 0,5 0,4 0,-2 0,-4 0,-4 0,-5 0,-5 0,-4 2,-5 0,-2 1,1-1,4 0,3 1,6-1,-3 1,-6-1,-8 0,-6 1,0 1,1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3.84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0,'41'0,"-6"0,-23 0,1 0,12 0,-6 0,9 0,-8 0,1 0,-2 0,-3 0,-2 0,6 0,-8 0,6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5.62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1,'64'0,"-5"0,-17 0,-3 0,-4 0,-4 0,-4 0,-4 0,-3 0,-6 0,0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35:56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45 704 24575,'9'0'0,"10"0"0,10 0 0,13 0 0,3 0 0,1 0 0,1 0 0,-3 0 0,1 0 0,-4 0 0,-2 0 0,-5 0 0,-3 0 0,2 0 0,-3 0 0,-2 0 0,-4 0 0,-3 0 0,-2 0 0,0 0 0,3 0 0,3-4 0,1-1 0,0 0 0,-2 0 0,-3 4 0,2 1 0,-3 0 0,3 0 0,0 0 0,-2 0 0,-1 0 0,0 0 0,2 0 0,2-2 0,4 0 0,-1 0 0,2 0 0,-2 2 0,-3 0 0,-1 0 0,-2 0 0,0 0 0,-3 0 0,-3 0 0,-1 0 0,-3 0 0,0 0 0,1 0 0,-1 1 0,-4 1 0,-6 0 0,-5 0 0,-3-3 0,3-4 0,7-6 0,7-8 0,4-6 0,0-1 0,-4 3 0,-3 1 0,-2 1 0,0 0 0,-3 2 0,0 3 0,-2 1 0,2-3 0,1-1 0,-1-2 0,0 3 0,0 5 0,0 3 0,-2-1 0,-10-9 0,-17-17 0,-14-12 0,-8-3 0,2 9 0,10 14 0,3 10 0,0 5 0,-3 2 0,-11-2 0,-12 0 0,-8-1 0,-4 2 0,4 4 0,3 3 0,-1 4 0,-3 2 0,-2 0 0,2 2 0,4 6 0,10 6 0,7 6 0,8 5 0,7 1 0,1 1 0,3 0 0,-1 1 0,2-1 0,4-1 0,7-2 0,5 0 0,4 4 0,4 1 0,2 3 0,2 3 0,0 6 0,0 3 0,5 2 0,4-6 0,4-6 0,2-7 0,-1-5 0,1-3 0,5-1 0,6 1 0,5-2 0,3-5 0,5-4 0,1-5 0,0-3 0,-5 0 0,-17 0 0,-8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36:02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 1 24575,'-10'0'0,"-5"0"0,-3 0 0,-1 0 0,1 0 0,1 0 0,-2 0 0,0 4 0,-1 6 0,-1 8 0,-2 6 0,-2 2 0,2-2 0,5-4 0,2-4 0,1-1 0,2 0 0,1-1 0,1 1 0,4 1 0,0-1 0,1 5 0,0 0 0,0 0 0,2 3 0,1-2 0,3 2 0,2 5 0,7 3 0,6 3 0,9 0 0,8-2 0,6 0 0,9 3 0,6 2 0,6 0 0,0-4 0,2-4 0,3-6 0,4-7 0,5-7 0,-1-5 0,-4-4 0,-3 0 0,-3 0 0,-6-4 0,-5-8 0,-7-6 0,-7-5 0,-6-1 0,-5-2 0,-6-4 0,-6-1 0,-7 3 0,-6 5 0,-1 4 0,0 1 0,0-2 0,0-2 0,0-4 0,0 0 0,0 3 0,-4 0 0,-6-3 0,-7-3 0,-7-2 0,-3 0 0,-6 4 0,-4 0 0,-5 0 0,0 2 0,3 2 0,5 4 0,2 4 0,-2 1 0,-6-1 0,-7 2 0,-4 0 0,-1 5 0,3 0 0,4 3 0,8 0 0,9-1 0,14 3 0,7-1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36:18.4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1,'58'0,"-8"0,-18 0,-3 0,0 0,-3 0,-3 0,-3 0,-4 0,-3 0,4 0,-2 0,1 0,3 0,-8 0,8 2,-5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36:21.9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0,'53'0,"1"0,-11 0,1 0,-3 0,-5 0,-6 0,-6 0,-8 0,-1 0,-2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38:29.6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2230 12670 24575,'-53'-42'0,"-16"-22"0,21 14 0,-4-7-428,7 5 0,-3-5 1,-1-4 427,-8-13 0,-3-5 0,-1-1-518,10 12 1,-1-1-1,0-2 1,-1 1 517,-3-3 0,0-1 0,-1 1 0,1 0 0,2 3 0,1 1 0,0 0 0,1 2-30,4 4 0,0 2 1,2 1-1,1 0 30,-8-13 0,2 1 0,3 1-100,6 7 0,3 1 0,2 1 100,-11-25 0,4-1 0,5 2 0,3-2 0,5-2 0,2-1 0,3-3 0,3 0 0,1-1 0,1-2 0,6 30 0,0-2 0,1 1 0,0-2 0,0 0 0,1 0 0,0-3 0,1-1 0,-1 1 0,2 2 0,0 2 0,0-1 0,-3-29 0,0 1 0,4 31 0,1 1 0,0-1 0,1-2 0,0-1 0,0 0 0,2-5 0,0-1 0,1 0 0,1-3 0,1-1 0,0 1 0,2 1 0,0 2 0,0-1 0,1-1 0,0 1 0,0 0 0,0 7 0,0 1 0,0 0 0,0 2 0,0 0 0,0 1 0,0-30 0,0 1 0,0 9 0,0 1 0,1-1 0,1 2 275,1 10 0,1 2-275,2 1 0,1 2 924,3 3 0,0 0-924,1 1 0,2-1 506,0-2 1,2 0-507,1 0 0,1-1 180,0 0 1,2-1-181,1-2 0,2-1 0,1-3 0,0 0 0,1-5 0,0 0 0,1-1 0,1 0 0,-2 0 0,2 1 0,0 0 0,2-1 0,3-6 0,1-1 0,-9 27 0,0-1 0,2 1-145,2-3 1,1 0-1,0 1 145,2-3 0,1 1 0,1 1 0,2 0 0,1 1 0,0 1 0,0-1 0,1 1 0,0 0 0,0 0 0,2 0 0,-1 1 0,1 2 0,0-1 0,0 1 0,-1 2 0,0 0 0,0 1 0,0-1 0,1 0 0,0 0 0,-1 2 0,0-1 0,0 1 0,1-3 0,0 0 0,1 0 0,1 0 0,1 0 0,0-1 0,1 1 0,1-1 0,-1 0 0,3-4 0,0 0 0,0-2 0,1-3 0,0-1 0,0-3-393,3-7 0,-1-2 0,0 0 393,-2-1 0,0 0 0,-1 2 0,-1 3 0,0 2 0,0 3-69,-4 7 0,0 2 0,1 5 69,16-13 0,2 7 0,-1 8 0,2 4 0,-2 10 0,0 4 201,-2 5 1,0 2-202,-7 5 0,-2 2 1192,26-11-1192,-25 14 225,-21 12-225,-11 5 0,-4 3 0,-1 0 0,-1 0 0,-2 0 0,-3-1 0,-3-6 0,-1 5 0,-1-3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38:31.1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1 160 24575,'38'0'0,"21"0"0,18 0 0,12 0 0,11 0 0,-5 0 0,3 0 0,-5-3 0,-13-4 0,-12-3 0,-11-2 0,-11 0 0,-7 1 0,-5-1 0,2-1 0,3-4 0,-1-3 0,-1 0 0,-8 5 0,-8 8 0,-8 6 0,-7 20 0,-7 23 0,-10 32 0,1-20 0,-3 4 0,-2 8 0,-3 1 0,-1 6 0,-1 1 0,0-3 0,1-2 0,1-7 0,1-3 0,3-8 0,0-3 0,-7 24 0,7-21 0,5-15 0,1-14 0,2-10 0,-2-7 0,4-4 0,0-1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38:44.9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2591 24575,'17'0'0,"8"0"0,24-8 0,23-19 0,-21 4 0,3-3 0,8-6 0,2-4 0,6-2 0,2 0 0,3 0 0,3 0 0,0 1 0,1 0 0,-1 2 0,1 0 0,-2 1 0,-1 0 0,-3 2 0,-1 1 0,-3 2 0,0 0 0,0 1 0,0 1 0,3 0 0,-1-1 0,-1 0 0,0 0 0,5-2 0,0 0 0,3-3 0,0-1 0,4-1 0,1-1 0,8-1 0,2-1-180,-30 13 0,0 0 0,2 0 180,2 0 0,0 0 0,1 0 0,3-1 0,2 0 0,0 0 0,3 0 0,1 0 0,1 0 0,4-1 0,0 0 0,1 1-366,3-1 1,1 1-1,1 0 366,1 0 0,0 0 0,1 0 0,0 1 0,2 0 0,-1-1 0,3 1 0,0 0 0,0-1 0,2 0 0,1 1 0,-1-1 0,-22 7 0,-1 0 0,1 0 0,1 0 0,0-1 0,1 0 0,0 0 0,0 1 0,0 0 0,0 0 0,1 1 0,-1-1 0,0 0 0,0 0 0,0 1 0,1-1 0,0 0 0,0 0 0,1 0 0,-1 1 0,-1-1 0,1 2 0,-1-1 0,0 1 0,0-1 0,0 1 0,0 1 0,0 0 0,-1 2 0,0 0 0,-1 1 0,0 0 0,22-4 0,-1 1 0,0 1 0,0 0 0,-1 2 0,1 0 0,-1 2 0,-1 0 0,1 1 0,-1 1 0,0 0 0,-1 2 0,0 1 0,1 2 0,-1 0 0,0 1 0,-1 1 0,1 0 0,-2 1 0,1 0 0,-1 0 0,1 1 0,0 0 0,0 0 0,-2 0 0,0 0 0,0 0 0,-3 0 0,0 0 0,0 0 0,-1 0 0,0-1 0,-1 2 0,0 0 0,-1 1 0,0 1 0,0 2 0,0 0 0,0 0 0,-1 2 0,-1-1 0,1 2 0,-1 0 0,0 1 0,0 0 0,0 0 0,0 0 0,0 0 0,-1 0 0,0 0 0,0 1 0,1 0 0,0 0 0,-1 1-159,-2-1 0,0 0 0,-2 1 159,-4 0 0,-1 0 0,-2 1 0,31 7 0,-3 0 0,-9 1 0,-1 0 0,-9 1 0,-2-1 0,-7-1 0,-3-1 248,-10-1 1,-4 0-249,31 13 1098,-19-5-1098,-16-2 519,-10-6-519,-9-2 0,-5-4 0,-4-4 0,-10-3 0,-3-2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38:50.1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119 1 24575,'5'17'0,"-2"4"0,-3-1 0,0-2 0,0-5 0,0-2 0,0 4 0,0 8 0,0 13 0,-2 13 0,-3 5 0,-4 0 0,-1-8 0,1-12 0,1-8 0,1-6 0,0 0 0,-1 2 0,-2 1 0,-1 0 0,1 0 0,0-1 0,1-1 0,2-4 0,3-8 0,3-5 0,10-7 0,16-7 0,23-4 0,25-5 0,20-4 0,-42 10 0,2 1 0,-1 1 0,0 0 0,46-8 0,-17 4 0,-16 6 0,-16 4 0,-9 3 0,-6 2 0,-3 0 0,3 0 0,-1 0 0,2 0 0,-1 0 0,-2 0 0,-3 0 0,-1 0 0,-4 0 0,-4 0 0,-7-2 0,-6-4 0,-5 3 0,-2-2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40:18.9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734 12837 24575,'0'-25'0,"-3"-38"0,-4 4 0,-4-9 0,-6-25 0,-3-9-922,3 18 0,-3-5 0,-1-2 922,3 17 0,-1-1 0,0-1 0,-1-1-417,0-7 0,-1-1 0,0-1 0,0-1 417,-1-7 0,-1-1 0,1-1 0,0-1 0,5 18 0,-1-1 0,1 0 0,0 0 0,0-1 0,1-1 0,-1 0 0,1 0 0,1-1 0,-1 1 0,2 2 0,-1 0 0,1 0 0,1 1 0,0-1 0,-3-19 0,1 1 0,1-1 0,1 0 0,4 18 0,0 0 0,1 0 0,0-1 0,1 0 0,1-1 0,1-1 0,0 0 0,1 0 0,0 1 0,1 1 0,0 0 0,1 0 0,1 1 0,0 1 0,0-13 0,1 1 0,1 1 0,0 2-8,1 9 1,1 1 0,0 1 0,0 1 7,3-19 0,1 1 0,1 1 0,1 1 0,2 0 0,1 0 0,0-5 0,0 0 0,1 0 0,0 1 0,1-1 0,0 1 0,0 0 0,1 1 0,1-1 0,-4 23 0,0 1 0,0-2 0,2 1 0,0-4 0,1 0 0,0-1 0,0-1-366,1-4 1,0-1 0,1-1 0,0 0 365,0-1 0,1-1 0,0 1 0,0-1 0,0 1 0,1 0 0,0 0 0,1 1 0,-1 2 0,2 2 0,0-1 0,0 1 0,1 1 0,1-1 0,1 2 0,1-1 0,1 0 0,0 1 0,2-1 0,0 1 0,2-3 0,0 1 0,1 0 0,1-1 0,1-3 0,1 1 0,1-2 0,1-2-357,-3 9 0,1-2 0,1-1 0,1-2 0,1-2 357,-2 3 0,1-2 0,2-1 0,0-1 0,0-1 0,0 2 0,0-1 0,1 0 0,0 0 0,0 0 0,1 1 0,1 0 0,1-2 0,2 1 0,-1-1 0,2 2 0,-1 1 0,-1 4 70,3-2 1,-1 2 0,0 3 0,0 3 0,-1 6-71,15-17 0,-2 8 0,-1 6 283,-8 13 1,-2 4 0,-3 10-284,31-15 1403,-24 32-1403,-20 20 867,-8 7 0,-13 2 1,-1 0-1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40:20.6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1 361 24575,'40'0'0,"11"-3"0,16-7 0,9-9 0,1-11 0,-4-6 0,-1-5 0,-2-1 0,-5 4 0,-10 3 0,-16 13 0,-13 6 0,-8 4 0,-5 2 0,0 0 0,0 0 0,-1 1 0,0 1 0,-1 2 0,-2 3 0,-4 9 0,-2 12 0,1 16 0,5 14 0,7 15 0,9 10 0,9 7 0,3 2 0,1-8 0,-5-10 0,-8-17 0,-6-16 0,-8-8 0,-3-8 0,-6-6 0,0-3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9:40:23.3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24575,'23'0'0,"17"0"0,14 0 0,15 0 0,0 0 0,-6 0 0,0 0 0,-8 0 0,3 0 0,7 0 0,1 0 0,10 0 0,1 0 0,0 0 0,1 0 0,-6 0 0,-2 0 0,0 0 0,-1 0 0,3 0 0,5 0 0,5 0 0,8 0 0,3 0 0,-5 0 0,-6 0 0,-7 0 0,-6 0 0,-1 0 0,-3 2 0,-3 1 0,-4 0 0,-4-1 0,-8 0 0,-7 1 0,-8-1 0,-8 0 0,-11-2 0,-4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6:39.2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1.5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0,'76'0,"-9"0,-24 0,-10 0,-6 0,-3 0,3 0,6 0,3 0,4 0,1 0,-2 0,0 0,1 0,2 0,3 0,5 0,4 0,-2 0,-4 0,-4 0,-5 0,-5 0,-4 2,-5 0,-2 1,1-1,4 0,3 1,6-1,-3 1,-6-1,-8 0,-6 1,0 1,1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6:33.84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0,'41'0,"-6"0,-23 0,1 0,12 0,-6 0,9 0,-8 0,1 0,-2 0,-3 0,-2 0,6 0,-8 0,6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6:25.4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1,'50'0,"-6"0,-28 0,-1 0,2 1,-3 1,3 0,-2 1,0-1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6:31.7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1,'52'0,"-5"0,-19 0,-2 0,-3 0,-6 0,-5 0,7 0,1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6:33.1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1,'58'0,"-1"0,-4 0,-2 0,27 0,-12 0,-13 0,-12 0,-13 0,-8 0,-11 0,-2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7:17.43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1,'54'0,"16"0,-24 0,15 0,-16 0,-6 0,-7 0,-9 0,-4 0,-5 0,3 0,-4 0,6 0,-5 0,3 0,-1 0,3 0,1 0,1 0,-1 0,-3 0,-3 0,-2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7:20.82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1,'53'0,"0"0,44 0,-29 0,-12 0,-10 0,-2 0,2 0,1 0,-1 0,-5 0,-7 0,-1 0,-7 0,-3 0,-11 0,-4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8:55.60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1 161,'73'-4,"-3"0,-9 4,3 0,7 0,4 0,0 0,-1 0,-1 0,-2 0,3 0,-7 0,-4 0,-5-2,-7-1,1-2,0 0,1 0,-1 0,0 2,-4 1,-4 0,-2-1,-5-1,-2-1,-2 3,1-1,1 1,1-3,-5-1,-2-1,-3 0,-3 2,-1-2,0 2,0 0,-1 1,-3 2,-3 1,-2-4,-6-12,-1-8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8:57.35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65,'54'0,"0"0,3 0,-1 0,-1 0,1 0,2 0,0 0,0 0,-1 0,-4 0,0 0,40-3,-4-3,-6-1,-4-1,-7 2,-4 0,-4 2,-3 0,-10 0,-9 1,-9 1,-6 1,-4-1,-3 0,-4-2,-1 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8:58.68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0,'78'0,"16"0,-36 0,2 0,6 0,1 0,2 0,1 0,-1 0,-2 0,-5 0,-2 0,0 0,-1 0,-7 0,0 0,43 0,-9 0,-16 0,-8 0,-8 0,-3 0,-6 0,-5 0,-7 0,-10 0,-10 0,-6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9:07.8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4,'91'0,"-2"0,-22 0,1 0,1 0,-8 0,-1 0,-7 0,-2 0,2 0,2 0,2 0,-1 0,-4 0,-1 0,-4 0,1 0,-3 0,-2 0,-1 0,-2 0,-1 0,0 0,0 0,-2 0,-3 0,-2 0,-5 0,-3 0,-3 0,-7-1,-1-1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9:09.3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1,'74'0,"1"0,12 0,-1 0,2 0,-2 0,-5 0,-9 0,-9 0,-13 0,-9 0,-4 0,-5 0,2 0,2 0,-2 0,0 0,-2 0,-4 0,0 0,0 0,-1 0,-2 0,-3 0,-2 0,0 0,0 0,1 0,-3 0,-4 0,-3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9:15.70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1,'96'0,"-2"0,-20 0,-5 0,-11 0,-11 0,-6 0,-2 0,-1 0,1 0,1 0,-3 0,-1 0,-5 0,-5 0,-4 0,-12 0,-2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49:17.05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0,'79'0,"-10"0,-21 0,-5 0,-1 0,2 0,-3 0,1 0,-3 0,-1 0,-5 0,-4 0,-3 0,-3 0,1 0,-1 0,-1 0,-3 0,-4 0,-3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9:28:59.0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0,'56'0,"-1"0,1 0,-1 0,-2 0,0 0,1 0,0 0,-3 0,0 0,1 0,1 0,-2 0,0 0,47 0,-4 0,-8 0,-12 0,-13 0,-13 0,-10 0,-4 0,-3 0,3 0,0 0,-2 0,-1 0,-4 0,-6 0,-6 0,-5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2:57.1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0,'92'0,"-39"0,3 0,12 0,3 0,12 0,3 0,8 0,3 0,-28 0,1 0,1 0,3 0,0 0,1 0,4 0,2 0,1 0,5 0,2 0,0 0,4 0,2 0,-1 0,0 0,1 0,-2 0,-4 1,-1 0,-1 0,-5 0,0 0,-1 1,-1-1,-1 0,1 0,2 0,0 0,0 0,3-1,0 0,1 0,2 0,1 0,0 1,0 1,-1 0,1 1,-1 2,1 0,-1 1,-1 1,-1 0,0 2,-3 0,0 1,-1-1,-5-1,0 0,-1 0,-3-2,-1 1,0-1,-4-2,0 0,-1 0,30-1,-2-1,-4 0,-3 0,-3-2,-2 0,-3 0,0 0,2 0,1 0,1 0,0 0,-4 0,0 0,5 0,0 0,-1 0,0 0,5 0,2 0,4 0,-1 1,-2 0,-1 2,-2 0,-1 1,-5 0,-1 1,-4 0,-1 0,-6 0,-2 0,0 1,-1 1,-3 0,-1 1,2 1,-1 0,-1-1,0 1,-4-2,-2 1,-4-1,-2-1,42 3,-8-1,-1-3,-3-3,0 0,2-2,3 0,4 0,1 0,-2 0,0 0,-2 0,-7-2,-9-2,-15-1,-11 1,-1 2,12 2,17 2,13 6,2 4,-13 1,-17-4,-21-4,-12-4,-5 0,1 2,13 5,20 5,23 6,15 2,-2-4,-14-6,-15-7,-14-3,-3-1,-2 0,-4 0,-2 0,-7 0,-2 0,0 0,1 0,-1 0,-2 0,0 0,0 0,1-2,-1 0,-11 0,-6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2:59.0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1,'44'0,"-5"0,-24 0,3 0,2 0,4 0,7 2,1 0,-3 0,-6 0,-9-1,1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5:26.06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1 115,'77'0,"-3"0,-15 0,0 0,-5 0,-3 0,-4 0,1 0,-2 0,-1 0,-6 0,-1-4,-1-1,0 1,3 0,2 4,1 0,0 0,-5 0,-5 0,-5 0,-3 0,2 0,3 0,3-2,4-1,1-1,-1-3,1 3,1 0,1 1,0 0,-3 1,-2-2,-3 2,0 0,0-2,-2 1,-3 1,-5 0,-4 2,-4 0,1 0,-2-9,-6-5,-4-10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5:28.18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1,'77'0,"3"0,16 0,-41 0,2 0,5 0,2 0,8 0,0 0,-1 0,0 0,9 0,3 0,5 0,2 0,3 0,0 0,2 0,-2 0,-7 0,-2 0,-5 0,-1 0,-5 0,-2 0,-4 1,-2 1,-9 0,-2 1,33 2,-22 0,-17-1,-10-2,-5 2,-2 0,4-2,5 0,2 0,4 2,-4 3,-4 0,-9-3,-14-2,-7-2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5:30.26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0,'70'0,"10"0,-28 0,3 0,4 0,2 0,3 0,0 0,-2 0,-1 0,-6 0,0 0,0 0,1 0,1 0,-1 0,0 1,0 0,-3 1,0 0,41 4,-13 1,-12-1,-16-3,-15-1,-10 0,-5 1,1 3,2 3,4 0,1 2,-1 2,1 2,-5-1,-3-1,-7-5,-2-2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5:37.91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1,'100'0,"-45"0,1 0,4 0,2 0,4 0,2 0,2 0,-1 0,-2 0,-1 0,0 0,-2 0,-2 0,-2 0,-1 0,-1 0,-2 0,0 2,-3 1,1 1,-2 3,0 0,-2 1,0 1,0 0,-1 0,44 6,-5-5,-7-1,-9-4,-7-2,-8-1,-8-2,-5 0,-8 0,-7 0,-2 0,0 0,1 0,2 0,-3 0,-5 0,-2 0,-3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7:00.55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11,'99'0,"-46"0,-1 0,40 0,7 0,-8 0,-9 0,-3 0,-7 0,11 0,-32 0,2 0,5 0,1 0,4-1,0 0,0-1,-1 1,-1-1,-1 1,2-1,-1 1,0 1,0 1,0 2,0 1,-3 2,0 1,-2 1,-1 2,42 12,-15-4,-12-3,-8-5,-10-3,-8-2,-12-3,-2 0,0-2,1 0,-1 0,-6 0,-11 0,-4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7:03.7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33,'95'0,"2"0,-6 0,-40 0,1 0,4 0,0 0,3 1,1-2,11 0,1-2,0 0,-1 0,-1 0,-1 0,-6-1,-2 1,33-1,-11 1,-8 1,-10 2,-8 0,1 0,0 0,3 0,1 0,-2 0,0 0,-4 0,1 0,2 0,7 0,6 0,11 0,6 0,6 0,-44 0,1 0,1 0,1 0,1 0,0 0,1 0,-1 0,0 0,0 0,0 0,0 0,-1 0,1 0,1 0,-1 0,1 0,-1 0,1 0,-1 0,1 0,-1 0,1 0,-1 0,1 0,-1 0,-1 0,0 0,-1 0,0 0,-1 0,0 0,44 0,-11 0,-14 0,-13 2,-12 0,-8 0,-9 0,-3 0,-1 0,-3 0,-2 0,-2-2,-4 0,-1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7:06.98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0,'54'0,"0"0,6 0,0 0,-5 0,0 0,5 0,1 0,0 0,0 0,-4 0,0 0,-2 0,-1 0,43 0,-12 0,-17 2,-16 0,-11 2,-12 0,-10-1,-7 0,8-1,-6 0,13 0,-7-2,0 0,-3 0,-2 0,0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7:08.81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0,'68'0,"-4"0,-16 0,-5 0,-4 0,-1 0,0 0,4 0,10 0,4 0,-6 0,-4 0,-14 0,-2 0,2 0,0 0,3 0,-1 0,2 0,-1 0,0 0,-2 0,-6 0,-3 0,-3 0,-4 0,-1 0,-4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7:11.18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0,'59'0,"1"0,1 0,0 0,-3 0,-1 0,1 0,-1 0,-5 0,-1 0,47 0,-5 0,-6 0,4 2,-4 3,-9 2,-6 3,-18-3,-9 0,-9-3,-9-2,-7 0,-5-2,-2 1,6 1,-5 0,4 1,-8-1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7:13.93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56,'57'0,"1"0,5 0,-1 0,-8 0,0 0,7 0,0 0,-1 1,0-2,1-1,-1-2,2-1,-1 0,-4-1,-1-1,-1 0,-1 1,-3 2,0 1,-1 1,0 0,3 0,0 2,1 1,0 2,1 2,0 1,-2 1,-1 2,44 12,-7 0,-6 0,2 0,4-1,-7 0,-8-5,-16-5,-17-5,-7-3,-8 1,-5 0,-4-1,-5 0,-2-2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8:56.91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57,'73'-4,"0"1,7 3,4 0,7 0,-7 0,-12 0,-4 0,-6-2,-2-3,-1 0,2-2,7 0,9-1,11 0,1 3,7 3,-47 2,2 0,5 1,1 1,1 0,1 2,-2-1,-1 0,-2 1,-1 1,40 0,-5-2,-4-1,-9-2,-5 0,-2 0,-5 0,0 0,-4 0,-5 0,-5 0,-8 1,-10 3,-15-1,-7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8:58.90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0 110,'62'-4,"-4"1,-15 3,6 0,7 0,10 0,8-5,0 0,13-1,3 2,8 1,-45 1,-2-1,45-5,-7-1,-15 2,-12 2,-9 2,-6-2,-3 1,-2-3,-3 1,-6 0,-6 2,-6 2,-4 2,-1-2,-1 0,0 0,2 0,0 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9:38.43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51,'58'0,"-1"0,2 0,-1 0,37 0,4 0,-1 0,-2 0,-40 0,2 0,6 0,2 0,6 0,0 0,4 0,1 0,-3 0,0 0,-4 0,-2 0,-2 0,-1 0,0 0,-1 0,-1 0,1 0,0 0,0 0,1 0,0 0,0 0,0 0,4-1,1-1,4-1,0 0,4-2,-1 0,1 1,0-1,-7 1,-3 0,-7 1,-3 0,38 0,-28 1,-20 2,-12 0,-7 0,-2 0,-4 0,-5 0,-7-1,-2-1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09:49:40.28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0 149,'85'0,"0"0,4 0,3 0,-26 0,2 0,1 0,5 0,2 0,-1 0,0 0,-1 0,0 0,-3 0,-2 0,-1 0,23 0,-3 0,-8 0,-1 0,-3 0,0 0,2 0,-1 0,1 0,0 0,0 0,0 0,-1 0,1 0,0 0,1 0,-3 0,-1 0,-3-2,-2-1,-4 0,-3 0,-5 0,-2-1,0 1,-1 1,-1 1,0-1,2 0,0-2,1 0,0-1,3-2,-1 0,3 1,-1 0,3 2,-2 0,-2 2,-1 0,-7 2,-3 0,30 0,-22 0,-6-4,6-5,15-6,10-1,-1 3,-16 5,-21 6,-17 0,-24 2,-6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8:41.09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0,'52'0,"-1"0,9 0,1 0,0 0,2 0,5 0,2 0,0 1,0 0,-2 1,0 2,-2 1,-1 1,-6 0,-3 2,-2-2,-2 1,-2 0,1 0,-1-1,1 0,1 0,0 0,-1 0,-1-1,47 2,-4-1,-8-1,-11-2,-17 0,-12-3,-7 0,-3 0,3 0,-2 0,1 0,-3 0,-4 0,2 2,0 0,5 1,0-1,-4-2,-7 0,-9 0,-4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00.69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0,'78'0,"13"0,5 0,-37 0,4 0,7 0,2 0,2 0,0 0,-4 0,-2 0,-8 0,-2 0,39 3,-12 1,-3 2,4-1,1 1,0 0,1 0,-3 2,2-1,-2 0,-4 1,-8 0,-10 1,-9 1,-1 1,1-1,0-1,2-1,-6-2,-3-1,-4 0,-6-1,-4 0,-5-1,-6-1,-3-2,-7-2,-2-1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09.74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1,'76'0,"4"0,-6 0,3 0,0 0,2 0,5 0,-1 0,-2 0,-4 0,-8 0,-8 0,-13 0,-12 0,-12 0,-12 0,-4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11.56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1,'75'0,"-1"0,22 0,7 0,-19 0,3 0,2 0,2 0,1 0,-1 0,-6 0,-2 0,-3 0,21 0,-8 0,-24 0,-6 0,35 0,-33 0,-15 0,1 0,5 0,7 0,4 0,1 0,-3 0,-2 0,-3 0,-2 0,-1 0,-9 0,-4 0,-6 0,-6 0,-3 0,-6 2,-5 1,-2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13.12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0,'87'0,"0"0,-16 0,-4 0,-9 0,-4 0,-4 0,-5 0,-4 0,-7 0,-6 0,-8 0,-10 0,-4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19.8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1,'58'0,"-1"0,1 0,-1 0,0 0,-1 0,1 0,-1 0,3 0,-1 0,-4 0,0 0,43 1,-12 1,-17 3,-13 1,-13-1,-12 0,-6-3,-6 0,-6 1,-3-1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21.46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11,'61'0,"1"0,15 0,4 0,13 0,3 0,4 0,-2 0,-9 0,-4 0,-11 0,-3 0,-9 0,-2 0,-3 0,0 0,-2 0,-1 0,-1 0,-1 0,44 0,-21 0,-17 0,-15 0,-6 0,-4 0,1 0,-4 0,-2 0,-10-1,-7-3,-7-1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24.04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10,'85'0,"-9"0,-23 0,-10 0,-10 0,0 0,3 0,15 0,16 0,11 0,1-2,-12-1,-13 1,-16-1,-11 3,-11 0,-3 0,7 0,13 0,16 0,6 0,-3 0,-12 2,-14 1,-13-1,-6 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25.1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0,'59'0,"-1"0,-6 0,-2 0,33 0,-18 0,-13 0,-18 0,-13 0,-7 0,4 0,2 0,1 0,-2 0,-2 0,-2 0,1 4,3 1,-1 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26.2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9,'88'-2,"0"0,-3-1,-2 2,-6 1,-3 0,-6 0,-4 0,36 0,-23 0,-23 0,-14 0,-3 0,3 0,2 0,8 0,3 0,-5 0,-7 0,-12 0,-16 0,-5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39.74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1,'85'0,"7"0,-36 0,1 0,6 0,0 0,1 0,1 0,0 0,0 0,-9 0,-2 0,-2 0,-1 0,46 0,0 0,-46 0,0 0,45 0,-14 0,-20 0,-21 0,-13 0,-8 0,-10 0,-4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43.41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0,'69'0,"3"0,9 0,10 0,3 0,-4 0,-16 0,-13 0,-15 0,-10 0,-11 0,-6 0,-4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45.06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1,'72'0,"6"0,-3 0,6 0,-5 0,-11 0,-18 0,-17 0,-13 0,-6 0,-3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9:46.79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1,'99'0,"-11"0,-23 0,-20 0,-17 0,-12 0,-6 0,11 0,22 1,22 5,15 5,-5 3,-18 0,-17-5,-22-5,-9-2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23.44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8,'55'0,"0"0,0 0,1 0,3 0,0 0,4 0,0 0,-2 0,-1 0,-2 0,-1 0,42 0,-14 0,-7 0,-6 0,-8 0,-9 0,-12 0,-12 0,-6 0,-9 0,-2 0,5 0,-6 0,9 0,-6 0,-1-4,0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25.29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1,'60'0,"-1"0,0 0,0 0,-1 0,-1 0,-3 0,-2 0,46 0,-19 0,-21 0,-22 0,-21 0,-9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27.39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1,'59'0,"4"0,-4 0,-2 0,-12 0,-12 0,-10 0,-5 0,-2 0,-2 0,8 0,0 0,11 0,-1 0,-2 0,-5 0,-13 0,-5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34.24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1,'57'0,"0"0,20 0,9 0,-11 0,5 0,1 0,5 0,0 0,0 0,-4 0,-1 0,-2 0,23 0,-7 0,-23 0,-8 0,28 0,-43 0,-31 0,-9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35.84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1,'70'0,"-1"0,14 0,2 0,7 0,1 0,6 0,-1 0,-10 0,-3 0,-15 0,-5 0,35 0,-40 0,-23 0,-11 0,-3 0,-3 0,-9 0,-4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41.07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4,'84'0,"1"0,12 0,4 0,-23 0,3 0,0 0,2 0,1 0,-1 0,-4 0,-1 0,-2 0,25 0,-5 0,-18 0,-5 0,-13 0,-4 0,35 0,-21 0,-5 0,-5 0,-6 0,-5 0,-11 0,-3 0,-1 0,2 0,1 0,-7 0,-6 0,-11-1,-3-1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42.99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78,'77'0,"8"0,1 0,5 0,7 0,-14 0,-16 0,-18 0,-22 0,-6 0,-3 0,-1 0,2 0,5 0,8 0,11-5,6-1,-2 0,-6-1,-10 5,-8-1,-4 1,-2 2,4 0,6 0,9-3,6-1,-3-3,-9-1,-13 1,-9-1,-7-1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45.01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5,'84'0,"-1"0,-17 0,2 0,4 0,15 0,3 0,4 0,-11 0,2 0,2 0,2 0,5 0,2 0,1 0,-2 0,-3 0,-1 0,-1 0,-2 0,-9 0,-2 0,-2 0,-4 0,3 0,-4 0,-6 0,7 0,-8 0,24 0,-36 0,-15 0,-17-2,-10 2,-5-2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47.17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53,'95'-4,"-2"0,-10 4,10 0,-42-1,0-1,3 1,1-1,2 1,-1-1,-1-1,-1 1,-2 0,0 0,44-3,-11-1,-12 2,-15-1,-11 2,-12 1,-7 0,-8 2,-11 0,-3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49.99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58,'87'0,"0"0,-3 0,-1 0,-3 0,-2 0,-2 1,-3-2,-5 0,-1 0,-8-2,-2 0,41-4,-19 1,-9 4,-6 2,-5 0,1-1,-8-1,-9-1,-8 0,-2 0,9-3,10 1,2-1,-7 4,-14 0,-17 2,-7-2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10:52.16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0,'94'0,"4"0,-45 0,0 0,3 0,-1 0,-2 0,0 0,44 0,-12 0,-11 0,-5 0,-2 0,2 0,0 0,-7 0,-10 0,-17 0,-12 0,-9 2,0 3,0-2,7 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13:50.8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24575,'23'4'0,"14"14"0,31 22 0,-19-5 0,5 4 0,10 9 0,2 4 0,3 3 0,0 2 0,-3-1 0,-2-2 0,-12-9 0,-5-3 0,22 23 0,-27-23 0,-18-15 0,-8-8 0,-4-7 0,-4-4 0,-1-4 0,2 2 0,0-1 0,-1 0 0,1-1 0,-1 1 0,-3-2 0,-1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13:52.3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961 1 24575,'-38'6'0,"-40"23"0,16-2 0,-5 5 0,-8 8 0,-1 3 0,-1 3 0,2 2 0,8-5 0,3-1 0,12-6 0,4-3 0,-33 20 0,30-16 0,21-11 0,17-15 0,6-3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0:33.6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0 263 24575,'53'0'0,"41"0"0,-19 0 0,8 0 0,-15 0 0,5 0 0,1 0-561,5 0 1,1 0 0,1 0 560,4 0 0,1-1 0,-1 2 0,-2 0 0,-1 1 0,0 1 0,-4 0 0,-1 2 0,-1 1 0,-2 1 0,1 1 0,-2 2 0,-3 0 0,0 2 0,-1-1 96,-1 1 0,-2-1 0,0 1-96,29 5 0,-1-1 0,-6-3 0,-1-2 0,-6-3 0,0-1 169,-2-3 1,-1-2-170,1-1 0,1-2 0,7 1 0,1 0 0,8 0 0,3 0-260,-26 0 0,1 0 0,1-1 260,6-1 0,2-1 0,1-2 0,5-1 0,1-2 0,1-1-221,6-3 0,2-1 0,0 0 221,-20 2 0,1-1 0,1 0 0,0 1 0,2-1 0,1 1 0,1-1 0,-1 1 0,2 0 0,0 0 0,0-1 0,-1 1 0,0 0 0,0 0 0,-1 0 0,-1-1 0,-1 1 0,0 0 0,-2-1 0,-1 1 0,20-4 0,-2 0 0,-2 1-115,-8 1 0,-2 1 0,-2 0 115,-10 2 0,-1 0 0,-4 1 0,14-1 0,-6 1 0,-17 2 0,-7 1 184,8 0 0,-36 3 0,-17-1 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0:35.5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58 868 24575,'0'-37'0,"-4"-18"0,-5-19 0,-4 0 0,0 19 0,4 21 0,5 12 0,1 5 0,2 5 0,0-1 0,1 4 0,0 0 0,0 0 0,0 1 0,2-1 0,12-4 0,23-7 0,24-6 0,23-5 0,7-3 0,1 1 0,-6 3 0,-10 5 0,-6 5 0,-6 2 0,-3-2 0,0-3 0,-4 0 0,-5-2 0,-7 3 0,-6 3 0,-4 4 0,-6 2 0,-3 5 0,-8 1 0,-9 4 0,-5 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24.39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0,'53'0,"2"0,-4 0,4 0,-6 0,-10 0,-12 0,-6 0,-6 0,4 0,-4 0,3 0,-3 0,0 0,0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26.43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57,'59'2,"0"1,1-1,0-1,-2 0,0-2,3 1,1 0,0 0,2 0,0 0,0 0,2 0,1 0,4 1,0-2,5 0,1-1,1 0,0-2,-2 1,-2-1,-6-1,-2 0,-7 0,-2 1,37-4,-11 2,-6 3,-5 0,0-1,-7 1,-4 1,-4 2,0 0,-3 0,-5 0,-3 0,-3 0,0 0,-2 0,-4 0,-5 0,-3 0,-1 0,4 0,5 0,7 0,2 0,-2 0,-7 0,-11 0,-13 0,-5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28.24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1,'64'5,"-11"-1,-31-4,-3 0,-2 0,0 0,1 0,1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35.0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1,'62'0,"0"0,-12 0,1 0,-4 0,18 0,-17 0,15 3,-20 2,-3 1,-6 1,-7-3,-14-1,-4-1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41.11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1:50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1294 24575,'-23'-20'0,"-11"-15"0,-12-24 0,-7-7 0,2 5 0,12 10 0,9 3 0,6-2 0,1-4 0,4 4 0,6 12 0,6 12 0,6 8 0,1-4 0,0-9 0,0-23 0,5-18 0,7-9 0,3 1 0,5 15 0,-3 14 0,-1 10 0,0 10 0,-1 6 0,3 2 0,6 0 0,9-6 0,2-1 0,-2 4 0,-7 6 0,-14 11 0,-3 4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1:51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24575,'27'0'0,"5"0"0,1 0 0,-3 0 0,-8 0 0,-8 0 0,0 0 0,3-2 0,2-1 0,2 0 0,-4 3 0,-6 9 0,-5 16 0,-5 25 0,6 26 0,6 18 0,7-2 0,0-20 0,-7-33 0,-7-21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54.43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2:02.5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2:03.43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2:04.24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2:14.7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1 112,'55'0,"1"0,-1 0,2 0,4 0,2 0,3 0,2 0,6 0,0 0,3 0,3 0,16 0,4 0,-32 0,1 0,-1 0,0 0,0 0,-1 0,26 0,-3 0,-20 0,-3 0,-2-1,0 0,-1-1,0 0,0 0,-1 0,-3 0,-2 1,-6-1,-3 1,35-3,-12-1,-1-2,5 1,1-2,-6-1,-13 2,-14 1,-5 4,-4 2,-4 0,0 0,-4 0,-4 0,-1 0,-2 0,-4-4,-4-11,-5-7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0:33.6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0 263 24575,'53'0'0,"41"0"0,-19 0 0,8 0 0,-15 0 0,5 0 0,1 0-561,5 0 1,1 0 0,1 0 560,4 0 0,1-1 0,-1 2 0,-2 0 0,-1 1 0,0 1 0,-4 0 0,-1 2 0,-1 1 0,-2 1 0,1 1 0,-2 2 0,-3 0 0,0 2 0,-1-1 96,-1 1 0,-2-1 0,0 1-96,29 5 0,-1-1 0,-6-3 0,-1-2 0,-6-3 0,0-1 169,-2-3 1,-1-2-170,1-1 0,1-2 0,7 1 0,1 0 0,8 0 0,3 0-260,-26 0 0,1 0 0,1-1 260,6-1 0,2-1 0,1-2 0,5-1 0,1-2 0,1-1-221,6-3 0,2-1 0,0 0 221,-20 2 0,1-1 0,1 0 0,0 1 0,2-1 0,1 1 0,1-1 0,-1 1 0,2 0 0,0 0 0,0-1 0,-1 1 0,0 0 0,0 0 0,-1 0 0,-1-1 0,-1 1 0,0 0 0,-2-1 0,-1 1 0,20-4 0,-2 0 0,-2 1-115,-8 1 0,-2 1 0,-2 0 115,-10 2 0,-1 0 0,-4 1 0,14-1 0,-6 1 0,-17 2 0,-7 1 184,8 0 0,-36 3 0,-17-1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0:35.5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58 868 24575,'0'-37'0,"-4"-18"0,-5-19 0,-4 0 0,0 19 0,4 21 0,5 12 0,1 5 0,2 5 0,0-1 0,1 4 0,0 0 0,0 0 0,0 1 0,2-1 0,12-4 0,23-7 0,24-6 0,23-5 0,7-3 0,1 1 0,-6 3 0,-10 5 0,-6 5 0,-6 2 0,-3-2 0,0-3 0,-4 0 0,-5-2 0,-7 3 0,-6 3 0,-4 4 0,-6 2 0,-3 5 0,-8 1 0,-9 4 0,-5 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24.39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0,'53'0,"2"0,-4 0,4 0,-6 0,-10 0,-12 0,-6 0,-6 0,4 0,-4 0,3 0,-3 0,0 0,0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26.43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57,'59'2,"0"1,1-1,0-1,-2 0,0-2,3 1,1 0,0 0,2 0,0 0,0 0,2 0,1 0,4 1,0-2,5 0,1-1,1 0,0-2,-2 1,-2-1,-6-1,-2 0,-7 0,-2 1,37-4,-11 2,-6 3,-5 0,0-1,-7 1,-4 1,-4 2,0 0,-3 0,-5 0,-3 0,-3 0,0 0,-2 0,-4 0,-5 0,-3 0,-1 0,4 0,5 0,7 0,2 0,-2 0,-7 0,-11 0,-13 0,-5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1:35.0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1,'62'0,"0"0,-12 0,1 0,-4 0,18 0,-17 0,15 3,-20 2,-3 1,-6 1,-7-3,-14-1,-4-1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1:50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1294 24575,'-23'-20'0,"-11"-15"0,-12-24 0,-7-7 0,2 5 0,12 10 0,9 3 0,6-2 0,1-4 0,4 4 0,6 12 0,6 12 0,6 8 0,1-4 0,0-9 0,0-23 0,5-18 0,7-9 0,3 1 0,5 15 0,-3 14 0,-1 10 0,0 10 0,-1 6 0,3 2 0,6 0 0,9-6 0,2-1 0,-2 4 0,-7 6 0,-14 11 0,-3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0:01:51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24575,'27'0'0,"5"0"0,1 0 0,-3 0 0,-8 0 0,-8 0 0,0 0 0,3-2 0,2-1 0,2 0 0,-4 3 0,-6 9 0,-5 16 0,-5 25 0,6 26 0,6 18 0,7-2 0,0-20 0,-7-33 0,-7-21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3:51.41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0,'66'0,"-11"0,-34 0,-6 0,-2 0,4 0,0 0,-2 0,6 0,-8 2,9 0,-7 1,1-1,-2-2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3:57.88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3:59.59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0T10:04:04.93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0 165,'85'0,"1"0,-3 0,11 0,-44 0,1 0,1 0,-1 0,45 0,-45 0,2 0,3 0,2 0,6-2,1-1,7 0,1-1,0 1,-1 0,1-1,0 0,-1 1,0 0,0-2,0-1,-3 0,1-2,-3 1,0-2,-3-2,-2 0,-3-1,-2 1,-1 0,0 1,-4 2,0 1,43 0,-10 4,-17 2,-16 1,-16 0,-13 0,-8 0,-3 0,-2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ED75B-0D45-4549-9C13-F045A7AA21CF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C55D6-B37F-E649-9C5A-D76665562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1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C55D6-B37F-E649-9C5A-D76665562E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46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8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4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4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7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5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6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2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08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69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1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2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5DB3602-A39E-3A4C-9EEF-73A843DA6AE0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D73697F-257A-604E-A426-556497D19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135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10.png"/><Relationship Id="rId18" Type="http://schemas.openxmlformats.org/officeDocument/2006/relationships/customXml" Target="../ink/ink18.xml"/><Relationship Id="rId26" Type="http://schemas.openxmlformats.org/officeDocument/2006/relationships/customXml" Target="../ink/ink22.xml"/><Relationship Id="rId3" Type="http://schemas.openxmlformats.org/officeDocument/2006/relationships/image" Target="../media/image3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customXml" Target="../ink/ink15.xml"/><Relationship Id="rId17" Type="http://schemas.openxmlformats.org/officeDocument/2006/relationships/image" Target="../media/image12.png"/><Relationship Id="rId25" Type="http://schemas.openxmlformats.org/officeDocument/2006/relationships/image" Target="../media/image8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7.png"/><Relationship Id="rId24" Type="http://schemas.openxmlformats.org/officeDocument/2006/relationships/customXml" Target="../ink/ink21.xml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10" Type="http://schemas.openxmlformats.org/officeDocument/2006/relationships/customXml" Target="../ink/ink14.xml"/><Relationship Id="rId19" Type="http://schemas.openxmlformats.org/officeDocument/2006/relationships/image" Target="../media/image13.png"/><Relationship Id="rId4" Type="http://schemas.openxmlformats.org/officeDocument/2006/relationships/customXml" Target="../ink/ink11.xml"/><Relationship Id="rId9" Type="http://schemas.openxmlformats.org/officeDocument/2006/relationships/image" Target="../media/image6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Relationship Id="rId27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8.png"/><Relationship Id="rId18" Type="http://schemas.openxmlformats.org/officeDocument/2006/relationships/customXml" Target="../ink/ink31.xml"/><Relationship Id="rId26" Type="http://schemas.openxmlformats.org/officeDocument/2006/relationships/customXml" Target="../ink/ink35.xml"/><Relationship Id="rId3" Type="http://schemas.openxmlformats.org/officeDocument/2006/relationships/image" Target="../media/image3.png"/><Relationship Id="rId21" Type="http://schemas.openxmlformats.org/officeDocument/2006/relationships/image" Target="../media/image18.png"/><Relationship Id="rId7" Type="http://schemas.openxmlformats.org/officeDocument/2006/relationships/image" Target="../media/image7.png"/><Relationship Id="rId12" Type="http://schemas.openxmlformats.org/officeDocument/2006/relationships/customXml" Target="../ink/ink28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20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15.png"/><Relationship Id="rId24" Type="http://schemas.openxmlformats.org/officeDocument/2006/relationships/customXml" Target="../ink/ink34.xml"/><Relationship Id="rId5" Type="http://schemas.openxmlformats.org/officeDocument/2006/relationships/image" Target="../media/image6.png"/><Relationship Id="rId15" Type="http://schemas.openxmlformats.org/officeDocument/2006/relationships/image" Target="../media/image9.png"/><Relationship Id="rId23" Type="http://schemas.openxmlformats.org/officeDocument/2006/relationships/image" Target="../media/image19.png"/><Relationship Id="rId10" Type="http://schemas.openxmlformats.org/officeDocument/2006/relationships/customXml" Target="../ink/ink27.xml"/><Relationship Id="rId19" Type="http://schemas.openxmlformats.org/officeDocument/2006/relationships/image" Target="../media/image17.png"/><Relationship Id="rId4" Type="http://schemas.openxmlformats.org/officeDocument/2006/relationships/customXml" Target="../ink/ink24.xml"/><Relationship Id="rId9" Type="http://schemas.openxmlformats.org/officeDocument/2006/relationships/image" Target="../media/image14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8.png"/><Relationship Id="rId18" Type="http://schemas.openxmlformats.org/officeDocument/2006/relationships/customXml" Target="../ink/ink44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customXml" Target="../ink/ink41.xml"/><Relationship Id="rId17" Type="http://schemas.openxmlformats.org/officeDocument/2006/relationships/image" Target="../media/image20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5" Type="http://schemas.openxmlformats.org/officeDocument/2006/relationships/image" Target="../media/image9.png"/><Relationship Id="rId10" Type="http://schemas.openxmlformats.org/officeDocument/2006/relationships/customXml" Target="../ink/ink40.xml"/><Relationship Id="rId19" Type="http://schemas.openxmlformats.org/officeDocument/2006/relationships/image" Target="../media/image21.png"/><Relationship Id="rId4" Type="http://schemas.openxmlformats.org/officeDocument/2006/relationships/customXml" Target="../ink/ink37.xml"/><Relationship Id="rId9" Type="http://schemas.openxmlformats.org/officeDocument/2006/relationships/image" Target="../media/image14.png"/><Relationship Id="rId14" Type="http://schemas.openxmlformats.org/officeDocument/2006/relationships/customXml" Target="../ink/ink4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13" Type="http://schemas.openxmlformats.org/officeDocument/2006/relationships/image" Target="../media/image8.png"/><Relationship Id="rId18" Type="http://schemas.openxmlformats.org/officeDocument/2006/relationships/customXml" Target="../ink/ink53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customXml" Target="../ink/ink50.xml"/><Relationship Id="rId17" Type="http://schemas.openxmlformats.org/officeDocument/2006/relationships/image" Target="../media/image20.png"/><Relationship Id="rId2" Type="http://schemas.openxmlformats.org/officeDocument/2006/relationships/customXml" Target="../ink/ink45.xml"/><Relationship Id="rId16" Type="http://schemas.openxmlformats.org/officeDocument/2006/relationships/customXml" Target="../ink/ink5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5" Type="http://schemas.openxmlformats.org/officeDocument/2006/relationships/image" Target="../media/image9.png"/><Relationship Id="rId10" Type="http://schemas.openxmlformats.org/officeDocument/2006/relationships/customXml" Target="../ink/ink49.xml"/><Relationship Id="rId19" Type="http://schemas.openxmlformats.org/officeDocument/2006/relationships/image" Target="../media/image21.png"/><Relationship Id="rId4" Type="http://schemas.openxmlformats.org/officeDocument/2006/relationships/customXml" Target="../ink/ink46.xml"/><Relationship Id="rId9" Type="http://schemas.openxmlformats.org/officeDocument/2006/relationships/image" Target="../media/image14.png"/><Relationship Id="rId14" Type="http://schemas.openxmlformats.org/officeDocument/2006/relationships/customXml" Target="../ink/ink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59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" Type="http://schemas.openxmlformats.org/officeDocument/2006/relationships/customXml" Target="../ink/ink54.xml"/><Relationship Id="rId21" Type="http://schemas.openxmlformats.org/officeDocument/2006/relationships/customXml" Target="../ink/ink63.xml"/><Relationship Id="rId7" Type="http://schemas.openxmlformats.org/officeDocument/2006/relationships/customXml" Target="../ink/ink56.xml"/><Relationship Id="rId12" Type="http://schemas.openxmlformats.org/officeDocument/2006/relationships/image" Target="../media/image29.png"/><Relationship Id="rId17" Type="http://schemas.openxmlformats.org/officeDocument/2006/relationships/customXml" Target="../ink/ink61.xml"/><Relationship Id="rId25" Type="http://schemas.openxmlformats.org/officeDocument/2006/relationships/customXml" Target="../ink/ink65.xml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29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58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5" Type="http://schemas.openxmlformats.org/officeDocument/2006/relationships/customXml" Target="../ink/ink55.xml"/><Relationship Id="rId15" Type="http://schemas.openxmlformats.org/officeDocument/2006/relationships/customXml" Target="../ink/ink60.xml"/><Relationship Id="rId23" Type="http://schemas.openxmlformats.org/officeDocument/2006/relationships/customXml" Target="../ink/ink64.xml"/><Relationship Id="rId28" Type="http://schemas.openxmlformats.org/officeDocument/2006/relationships/image" Target="../media/image37.png"/><Relationship Id="rId10" Type="http://schemas.openxmlformats.org/officeDocument/2006/relationships/image" Target="../media/image28.png"/><Relationship Id="rId19" Type="http://schemas.openxmlformats.org/officeDocument/2006/relationships/customXml" Target="../ink/ink62.xml"/><Relationship Id="rId31" Type="http://schemas.openxmlformats.org/officeDocument/2006/relationships/customXml" Target="../ink/ink68.xml"/><Relationship Id="rId4" Type="http://schemas.openxmlformats.org/officeDocument/2006/relationships/image" Target="../media/image25.png"/><Relationship Id="rId9" Type="http://schemas.openxmlformats.org/officeDocument/2006/relationships/customXml" Target="../ink/ink57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66.xml"/><Relationship Id="rId30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9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.xml"/><Relationship Id="rId13" Type="http://schemas.openxmlformats.org/officeDocument/2006/relationships/image" Target="../media/image49.png"/><Relationship Id="rId18" Type="http://schemas.openxmlformats.org/officeDocument/2006/relationships/customXml" Target="../ink/ink76.xml"/><Relationship Id="rId3" Type="http://schemas.openxmlformats.org/officeDocument/2006/relationships/image" Target="../media/image43.png"/><Relationship Id="rId21" Type="http://schemas.openxmlformats.org/officeDocument/2006/relationships/image" Target="../media/image53.png"/><Relationship Id="rId7" Type="http://schemas.openxmlformats.org/officeDocument/2006/relationships/image" Target="../media/image46.png"/><Relationship Id="rId12" Type="http://schemas.openxmlformats.org/officeDocument/2006/relationships/customXml" Target="../ink/ink73.xml"/><Relationship Id="rId17" Type="http://schemas.openxmlformats.org/officeDocument/2006/relationships/image" Target="../media/image51.png"/><Relationship Id="rId2" Type="http://schemas.openxmlformats.org/officeDocument/2006/relationships/image" Target="../media/image42.png"/><Relationship Id="rId16" Type="http://schemas.openxmlformats.org/officeDocument/2006/relationships/customXml" Target="../ink/ink75.xml"/><Relationship Id="rId20" Type="http://schemas.openxmlformats.org/officeDocument/2006/relationships/customXml" Target="../ink/ink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0.xm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5" Type="http://schemas.openxmlformats.org/officeDocument/2006/relationships/image" Target="../media/image50.png"/><Relationship Id="rId10" Type="http://schemas.openxmlformats.org/officeDocument/2006/relationships/customXml" Target="../ink/ink72.xml"/><Relationship Id="rId19" Type="http://schemas.openxmlformats.org/officeDocument/2006/relationships/image" Target="../media/image52.png"/><Relationship Id="rId4" Type="http://schemas.openxmlformats.org/officeDocument/2006/relationships/image" Target="../media/image44.png"/><Relationship Id="rId9" Type="http://schemas.openxmlformats.org/officeDocument/2006/relationships/image" Target="../media/image47.png"/><Relationship Id="rId14" Type="http://schemas.openxmlformats.org/officeDocument/2006/relationships/customXml" Target="../ink/ink7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.xml"/><Relationship Id="rId5" Type="http://schemas.openxmlformats.org/officeDocument/2006/relationships/image" Target="../media/image43.png"/><Relationship Id="rId4" Type="http://schemas.openxmlformats.org/officeDocument/2006/relationships/image" Target="../media/image54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customXml" Target="../ink/ink86.xml"/><Relationship Id="rId26" Type="http://schemas.openxmlformats.org/officeDocument/2006/relationships/customXml" Target="../ink/ink90.xml"/><Relationship Id="rId3" Type="http://schemas.openxmlformats.org/officeDocument/2006/relationships/image" Target="../media/image43.png"/><Relationship Id="rId21" Type="http://schemas.openxmlformats.org/officeDocument/2006/relationships/image" Target="../media/image60.png"/><Relationship Id="rId34" Type="http://schemas.openxmlformats.org/officeDocument/2006/relationships/customXml" Target="../ink/ink94.xml"/><Relationship Id="rId7" Type="http://schemas.openxmlformats.org/officeDocument/2006/relationships/customXml" Target="../ink/ink81.xml"/><Relationship Id="rId12" Type="http://schemas.openxmlformats.org/officeDocument/2006/relationships/customXml" Target="../ink/ink83.xml"/><Relationship Id="rId17" Type="http://schemas.openxmlformats.org/officeDocument/2006/relationships/image" Target="../media/image58.png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2" Type="http://schemas.openxmlformats.org/officeDocument/2006/relationships/image" Target="../media/image42.png"/><Relationship Id="rId16" Type="http://schemas.openxmlformats.org/officeDocument/2006/relationships/customXml" Target="../ink/ink85.xml"/><Relationship Id="rId20" Type="http://schemas.openxmlformats.org/officeDocument/2006/relationships/customXml" Target="../ink/ink87.xml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5.png"/><Relationship Id="rId24" Type="http://schemas.openxmlformats.org/officeDocument/2006/relationships/customXml" Target="../ink/ink89.xml"/><Relationship Id="rId32" Type="http://schemas.openxmlformats.org/officeDocument/2006/relationships/customXml" Target="../ink/ink93.xml"/><Relationship Id="rId5" Type="http://schemas.openxmlformats.org/officeDocument/2006/relationships/customXml" Target="../ink/ink80.xml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customXml" Target="../ink/ink91.xml"/><Relationship Id="rId10" Type="http://schemas.openxmlformats.org/officeDocument/2006/relationships/image" Target="../media/image48.png"/><Relationship Id="rId19" Type="http://schemas.openxmlformats.org/officeDocument/2006/relationships/image" Target="../media/image59.png"/><Relationship Id="rId31" Type="http://schemas.openxmlformats.org/officeDocument/2006/relationships/image" Target="../media/image65.png"/><Relationship Id="rId4" Type="http://schemas.openxmlformats.org/officeDocument/2006/relationships/image" Target="../media/image44.png"/><Relationship Id="rId9" Type="http://schemas.openxmlformats.org/officeDocument/2006/relationships/customXml" Target="../ink/ink82.xml"/><Relationship Id="rId14" Type="http://schemas.openxmlformats.org/officeDocument/2006/relationships/customXml" Target="../ink/ink84.xml"/><Relationship Id="rId22" Type="http://schemas.openxmlformats.org/officeDocument/2006/relationships/customXml" Target="../ink/ink88.xml"/><Relationship Id="rId27" Type="http://schemas.openxmlformats.org/officeDocument/2006/relationships/image" Target="../media/image63.png"/><Relationship Id="rId30" Type="http://schemas.openxmlformats.org/officeDocument/2006/relationships/customXml" Target="../ink/ink92.xml"/><Relationship Id="rId35" Type="http://schemas.openxmlformats.org/officeDocument/2006/relationships/image" Target="../media/image67.png"/><Relationship Id="rId8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customXml" Target="../ink/ink101.xml"/><Relationship Id="rId26" Type="http://schemas.openxmlformats.org/officeDocument/2006/relationships/customXml" Target="../ink/ink105.xml"/><Relationship Id="rId3" Type="http://schemas.openxmlformats.org/officeDocument/2006/relationships/image" Target="../media/image44.png"/><Relationship Id="rId21" Type="http://schemas.openxmlformats.org/officeDocument/2006/relationships/image" Target="../media/image74.png"/><Relationship Id="rId7" Type="http://schemas.openxmlformats.org/officeDocument/2006/relationships/image" Target="../media/image46.png"/><Relationship Id="rId12" Type="http://schemas.openxmlformats.org/officeDocument/2006/relationships/customXml" Target="../ink/ink98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2" Type="http://schemas.openxmlformats.org/officeDocument/2006/relationships/image" Target="../media/image42.png"/><Relationship Id="rId16" Type="http://schemas.openxmlformats.org/officeDocument/2006/relationships/customXml" Target="../ink/ink100.xml"/><Relationship Id="rId20" Type="http://schemas.openxmlformats.org/officeDocument/2006/relationships/customXml" Target="../ink/ink102.xml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.xml"/><Relationship Id="rId11" Type="http://schemas.openxmlformats.org/officeDocument/2006/relationships/image" Target="../media/image69.png"/><Relationship Id="rId24" Type="http://schemas.openxmlformats.org/officeDocument/2006/relationships/customXml" Target="../ink/ink104.xml"/><Relationship Id="rId32" Type="http://schemas.openxmlformats.org/officeDocument/2006/relationships/customXml" Target="../ink/ink108.xml"/><Relationship Id="rId5" Type="http://schemas.openxmlformats.org/officeDocument/2006/relationships/image" Target="../media/image43.png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106.xml"/><Relationship Id="rId10" Type="http://schemas.openxmlformats.org/officeDocument/2006/relationships/customXml" Target="../ink/ink97.xml"/><Relationship Id="rId19" Type="http://schemas.openxmlformats.org/officeDocument/2006/relationships/image" Target="../media/image73.png"/><Relationship Id="rId31" Type="http://schemas.openxmlformats.org/officeDocument/2006/relationships/image" Target="../media/image79.png"/><Relationship Id="rId4" Type="http://schemas.openxmlformats.org/officeDocument/2006/relationships/image" Target="../media/image68.png"/><Relationship Id="rId9" Type="http://schemas.openxmlformats.org/officeDocument/2006/relationships/image" Target="../media/image47.png"/><Relationship Id="rId14" Type="http://schemas.openxmlformats.org/officeDocument/2006/relationships/customXml" Target="../ink/ink99.xml"/><Relationship Id="rId22" Type="http://schemas.openxmlformats.org/officeDocument/2006/relationships/customXml" Target="../ink/ink103.xml"/><Relationship Id="rId27" Type="http://schemas.openxmlformats.org/officeDocument/2006/relationships/image" Target="../media/image77.png"/><Relationship Id="rId30" Type="http://schemas.openxmlformats.org/officeDocument/2006/relationships/customXml" Target="../ink/ink107.xml"/><Relationship Id="rId8" Type="http://schemas.openxmlformats.org/officeDocument/2006/relationships/customXml" Target="../ink/ink9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customXml" Target="../ink/ink109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0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customXml" Target="../ink/ink111.xml"/><Relationship Id="rId4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4.xml"/><Relationship Id="rId13" Type="http://schemas.openxmlformats.org/officeDocument/2006/relationships/image" Target="../media/image93.png"/><Relationship Id="rId18" Type="http://schemas.openxmlformats.org/officeDocument/2006/relationships/customXml" Target="../ink/ink119.xml"/><Relationship Id="rId3" Type="http://schemas.openxmlformats.org/officeDocument/2006/relationships/image" Target="../media/image88.png"/><Relationship Id="rId21" Type="http://schemas.openxmlformats.org/officeDocument/2006/relationships/image" Target="../media/image97.png"/><Relationship Id="rId7" Type="http://schemas.openxmlformats.org/officeDocument/2006/relationships/image" Target="../media/image90.png"/><Relationship Id="rId12" Type="http://schemas.openxmlformats.org/officeDocument/2006/relationships/customXml" Target="../ink/ink116.xml"/><Relationship Id="rId17" Type="http://schemas.openxmlformats.org/officeDocument/2006/relationships/image" Target="../media/image95.png"/><Relationship Id="rId2" Type="http://schemas.openxmlformats.org/officeDocument/2006/relationships/image" Target="../media/image87.png"/><Relationship Id="rId16" Type="http://schemas.openxmlformats.org/officeDocument/2006/relationships/customXml" Target="../ink/ink118.xml"/><Relationship Id="rId20" Type="http://schemas.openxmlformats.org/officeDocument/2006/relationships/customXml" Target="../ink/ink1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3.xml"/><Relationship Id="rId11" Type="http://schemas.openxmlformats.org/officeDocument/2006/relationships/image" Target="../media/image92.png"/><Relationship Id="rId5" Type="http://schemas.openxmlformats.org/officeDocument/2006/relationships/image" Target="../media/image89.png"/><Relationship Id="rId15" Type="http://schemas.openxmlformats.org/officeDocument/2006/relationships/image" Target="../media/image94.png"/><Relationship Id="rId23" Type="http://schemas.openxmlformats.org/officeDocument/2006/relationships/image" Target="../media/image98.png"/><Relationship Id="rId10" Type="http://schemas.openxmlformats.org/officeDocument/2006/relationships/customXml" Target="../ink/ink115.xml"/><Relationship Id="rId19" Type="http://schemas.openxmlformats.org/officeDocument/2006/relationships/image" Target="../media/image96.png"/><Relationship Id="rId4" Type="http://schemas.openxmlformats.org/officeDocument/2006/relationships/customXml" Target="../ink/ink112.xml"/><Relationship Id="rId9" Type="http://schemas.openxmlformats.org/officeDocument/2006/relationships/image" Target="../media/image91.png"/><Relationship Id="rId14" Type="http://schemas.openxmlformats.org/officeDocument/2006/relationships/customXml" Target="../ink/ink117.xml"/><Relationship Id="rId22" Type="http://schemas.openxmlformats.org/officeDocument/2006/relationships/customXml" Target="../ink/ink1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customXml" Target="../ink/ink122.xml"/><Relationship Id="rId7" Type="http://schemas.openxmlformats.org/officeDocument/2006/relationships/customXml" Target="../ink/ink124.xml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customXml" Target="../ink/ink123.xml"/><Relationship Id="rId10" Type="http://schemas.openxmlformats.org/officeDocument/2006/relationships/image" Target="../media/image103.png"/><Relationship Id="rId4" Type="http://schemas.openxmlformats.org/officeDocument/2006/relationships/image" Target="../media/image100.png"/><Relationship Id="rId9" Type="http://schemas.openxmlformats.org/officeDocument/2006/relationships/customXml" Target="../ink/ink1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customXml" Target="../ink/ink133.xml"/><Relationship Id="rId26" Type="http://schemas.openxmlformats.org/officeDocument/2006/relationships/customXml" Target="../ink/ink137.xml"/><Relationship Id="rId39" Type="http://schemas.openxmlformats.org/officeDocument/2006/relationships/image" Target="../media/image125.png"/><Relationship Id="rId21" Type="http://schemas.openxmlformats.org/officeDocument/2006/relationships/image" Target="../media/image116.png"/><Relationship Id="rId34" Type="http://schemas.openxmlformats.org/officeDocument/2006/relationships/customXml" Target="../ink/ink141.xml"/><Relationship Id="rId42" Type="http://schemas.openxmlformats.org/officeDocument/2006/relationships/customXml" Target="../ink/ink145.xml"/><Relationship Id="rId47" Type="http://schemas.openxmlformats.org/officeDocument/2006/relationships/image" Target="../media/image129.png"/><Relationship Id="rId50" Type="http://schemas.openxmlformats.org/officeDocument/2006/relationships/customXml" Target="../ink/ink149.xml"/><Relationship Id="rId55" Type="http://schemas.openxmlformats.org/officeDocument/2006/relationships/image" Target="../media/image133.png"/><Relationship Id="rId7" Type="http://schemas.openxmlformats.org/officeDocument/2006/relationships/image" Target="../media/image109.png"/><Relationship Id="rId2" Type="http://schemas.openxmlformats.org/officeDocument/2006/relationships/image" Target="../media/image106.png"/><Relationship Id="rId16" Type="http://schemas.openxmlformats.org/officeDocument/2006/relationships/customXml" Target="../ink/ink132.xml"/><Relationship Id="rId29" Type="http://schemas.openxmlformats.org/officeDocument/2006/relationships/image" Target="../media/image120.png"/><Relationship Id="rId11" Type="http://schemas.openxmlformats.org/officeDocument/2006/relationships/image" Target="../media/image111.png"/><Relationship Id="rId24" Type="http://schemas.openxmlformats.org/officeDocument/2006/relationships/customXml" Target="../ink/ink136.xml"/><Relationship Id="rId32" Type="http://schemas.openxmlformats.org/officeDocument/2006/relationships/customXml" Target="../ink/ink140.xml"/><Relationship Id="rId37" Type="http://schemas.openxmlformats.org/officeDocument/2006/relationships/image" Target="../media/image124.png"/><Relationship Id="rId40" Type="http://schemas.openxmlformats.org/officeDocument/2006/relationships/customXml" Target="../ink/ink144.xml"/><Relationship Id="rId45" Type="http://schemas.openxmlformats.org/officeDocument/2006/relationships/image" Target="../media/image128.png"/><Relationship Id="rId53" Type="http://schemas.openxmlformats.org/officeDocument/2006/relationships/image" Target="../media/image132.png"/><Relationship Id="rId5" Type="http://schemas.openxmlformats.org/officeDocument/2006/relationships/image" Target="../media/image108.png"/><Relationship Id="rId19" Type="http://schemas.openxmlformats.org/officeDocument/2006/relationships/image" Target="../media/image115.png"/><Relationship Id="rId4" Type="http://schemas.openxmlformats.org/officeDocument/2006/relationships/customXml" Target="../ink/ink126.xml"/><Relationship Id="rId9" Type="http://schemas.openxmlformats.org/officeDocument/2006/relationships/image" Target="../media/image110.png"/><Relationship Id="rId14" Type="http://schemas.openxmlformats.org/officeDocument/2006/relationships/customXml" Target="../ink/ink131.xml"/><Relationship Id="rId22" Type="http://schemas.openxmlformats.org/officeDocument/2006/relationships/customXml" Target="../ink/ink135.xml"/><Relationship Id="rId27" Type="http://schemas.openxmlformats.org/officeDocument/2006/relationships/image" Target="../media/image119.png"/><Relationship Id="rId30" Type="http://schemas.openxmlformats.org/officeDocument/2006/relationships/customXml" Target="../ink/ink139.xml"/><Relationship Id="rId35" Type="http://schemas.openxmlformats.org/officeDocument/2006/relationships/image" Target="../media/image123.png"/><Relationship Id="rId43" Type="http://schemas.openxmlformats.org/officeDocument/2006/relationships/image" Target="../media/image127.png"/><Relationship Id="rId48" Type="http://schemas.openxmlformats.org/officeDocument/2006/relationships/customXml" Target="../ink/ink148.xml"/><Relationship Id="rId56" Type="http://schemas.openxmlformats.org/officeDocument/2006/relationships/customXml" Target="../ink/ink152.xml"/><Relationship Id="rId8" Type="http://schemas.openxmlformats.org/officeDocument/2006/relationships/customXml" Target="../ink/ink128.xml"/><Relationship Id="rId51" Type="http://schemas.openxmlformats.org/officeDocument/2006/relationships/image" Target="../media/image131.png"/><Relationship Id="rId3" Type="http://schemas.openxmlformats.org/officeDocument/2006/relationships/image" Target="../media/image107.png"/><Relationship Id="rId12" Type="http://schemas.openxmlformats.org/officeDocument/2006/relationships/customXml" Target="../ink/ink130.xml"/><Relationship Id="rId17" Type="http://schemas.openxmlformats.org/officeDocument/2006/relationships/image" Target="../media/image114.png"/><Relationship Id="rId25" Type="http://schemas.openxmlformats.org/officeDocument/2006/relationships/image" Target="../media/image118.png"/><Relationship Id="rId33" Type="http://schemas.openxmlformats.org/officeDocument/2006/relationships/image" Target="../media/image122.png"/><Relationship Id="rId38" Type="http://schemas.openxmlformats.org/officeDocument/2006/relationships/customXml" Target="../ink/ink143.xml"/><Relationship Id="rId46" Type="http://schemas.openxmlformats.org/officeDocument/2006/relationships/customXml" Target="../ink/ink147.xml"/><Relationship Id="rId20" Type="http://schemas.openxmlformats.org/officeDocument/2006/relationships/customXml" Target="../ink/ink134.xml"/><Relationship Id="rId41" Type="http://schemas.openxmlformats.org/officeDocument/2006/relationships/image" Target="../media/image126.png"/><Relationship Id="rId54" Type="http://schemas.openxmlformats.org/officeDocument/2006/relationships/customXml" Target="../ink/ink1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7.xml"/><Relationship Id="rId15" Type="http://schemas.openxmlformats.org/officeDocument/2006/relationships/image" Target="../media/image113.png"/><Relationship Id="rId23" Type="http://schemas.openxmlformats.org/officeDocument/2006/relationships/image" Target="../media/image117.png"/><Relationship Id="rId28" Type="http://schemas.openxmlformats.org/officeDocument/2006/relationships/customXml" Target="../ink/ink138.xml"/><Relationship Id="rId36" Type="http://schemas.openxmlformats.org/officeDocument/2006/relationships/customXml" Target="../ink/ink142.xml"/><Relationship Id="rId49" Type="http://schemas.openxmlformats.org/officeDocument/2006/relationships/image" Target="../media/image130.png"/><Relationship Id="rId57" Type="http://schemas.openxmlformats.org/officeDocument/2006/relationships/image" Target="../media/image134.png"/><Relationship Id="rId10" Type="http://schemas.openxmlformats.org/officeDocument/2006/relationships/customXml" Target="../ink/ink129.xml"/><Relationship Id="rId31" Type="http://schemas.openxmlformats.org/officeDocument/2006/relationships/image" Target="../media/image121.png"/><Relationship Id="rId44" Type="http://schemas.openxmlformats.org/officeDocument/2006/relationships/customXml" Target="../ink/ink146.xml"/><Relationship Id="rId52" Type="http://schemas.openxmlformats.org/officeDocument/2006/relationships/customXml" Target="../ink/ink15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customXml" Target="../ink/ink158.xml"/><Relationship Id="rId18" Type="http://schemas.openxmlformats.org/officeDocument/2006/relationships/image" Target="../media/image143.png"/><Relationship Id="rId26" Type="http://schemas.openxmlformats.org/officeDocument/2006/relationships/image" Target="../media/image145.png"/><Relationship Id="rId3" Type="http://schemas.openxmlformats.org/officeDocument/2006/relationships/customXml" Target="../ink/ink153.xml"/><Relationship Id="rId21" Type="http://schemas.openxmlformats.org/officeDocument/2006/relationships/customXml" Target="../ink/ink162.xml"/><Relationship Id="rId7" Type="http://schemas.openxmlformats.org/officeDocument/2006/relationships/customXml" Target="../ink/ink155.xml"/><Relationship Id="rId12" Type="http://schemas.openxmlformats.org/officeDocument/2006/relationships/image" Target="../media/image140.png"/><Relationship Id="rId17" Type="http://schemas.openxmlformats.org/officeDocument/2006/relationships/customXml" Target="../ink/ink160.xml"/><Relationship Id="rId25" Type="http://schemas.openxmlformats.org/officeDocument/2006/relationships/customXml" Target="../ink/ink166.xml"/><Relationship Id="rId2" Type="http://schemas.openxmlformats.org/officeDocument/2006/relationships/image" Target="../media/image135.png"/><Relationship Id="rId16" Type="http://schemas.openxmlformats.org/officeDocument/2006/relationships/image" Target="../media/image142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customXml" Target="../ink/ink157.xml"/><Relationship Id="rId24" Type="http://schemas.openxmlformats.org/officeDocument/2006/relationships/customXml" Target="../ink/ink165.xml"/><Relationship Id="rId5" Type="http://schemas.openxmlformats.org/officeDocument/2006/relationships/customXml" Target="../ink/ink154.xml"/><Relationship Id="rId15" Type="http://schemas.openxmlformats.org/officeDocument/2006/relationships/customXml" Target="../ink/ink159.xml"/><Relationship Id="rId23" Type="http://schemas.openxmlformats.org/officeDocument/2006/relationships/customXml" Target="../ink/ink164.xml"/><Relationship Id="rId10" Type="http://schemas.openxmlformats.org/officeDocument/2006/relationships/image" Target="../media/image139.png"/><Relationship Id="rId19" Type="http://schemas.openxmlformats.org/officeDocument/2006/relationships/customXml" Target="../ink/ink161.xml"/><Relationship Id="rId4" Type="http://schemas.openxmlformats.org/officeDocument/2006/relationships/image" Target="../media/image136.png"/><Relationship Id="rId9" Type="http://schemas.openxmlformats.org/officeDocument/2006/relationships/customXml" Target="../ink/ink156.xml"/><Relationship Id="rId14" Type="http://schemas.openxmlformats.org/officeDocument/2006/relationships/image" Target="../media/image141.png"/><Relationship Id="rId22" Type="http://schemas.openxmlformats.org/officeDocument/2006/relationships/customXml" Target="../ink/ink16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customXml" Target="../ink/ink172.xml"/><Relationship Id="rId18" Type="http://schemas.openxmlformats.org/officeDocument/2006/relationships/image" Target="../media/image146.png"/><Relationship Id="rId3" Type="http://schemas.openxmlformats.org/officeDocument/2006/relationships/customXml" Target="../ink/ink167.xml"/><Relationship Id="rId21" Type="http://schemas.openxmlformats.org/officeDocument/2006/relationships/customXml" Target="../ink/ink176.xml"/><Relationship Id="rId7" Type="http://schemas.openxmlformats.org/officeDocument/2006/relationships/customXml" Target="../ink/ink169.xml"/><Relationship Id="rId12" Type="http://schemas.openxmlformats.org/officeDocument/2006/relationships/image" Target="../media/image141.png"/><Relationship Id="rId17" Type="http://schemas.openxmlformats.org/officeDocument/2006/relationships/customXml" Target="../ink/ink174.xml"/><Relationship Id="rId2" Type="http://schemas.openxmlformats.org/officeDocument/2006/relationships/image" Target="../media/image135.png"/><Relationship Id="rId16" Type="http://schemas.openxmlformats.org/officeDocument/2006/relationships/image" Target="../media/image144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customXml" Target="../ink/ink171.xml"/><Relationship Id="rId5" Type="http://schemas.openxmlformats.org/officeDocument/2006/relationships/customXml" Target="../ink/ink168.xml"/><Relationship Id="rId15" Type="http://schemas.openxmlformats.org/officeDocument/2006/relationships/customXml" Target="../ink/ink173.xml"/><Relationship Id="rId23" Type="http://schemas.openxmlformats.org/officeDocument/2006/relationships/image" Target="../media/image147.png"/><Relationship Id="rId10" Type="http://schemas.openxmlformats.org/officeDocument/2006/relationships/image" Target="../media/image139.png"/><Relationship Id="rId19" Type="http://schemas.openxmlformats.org/officeDocument/2006/relationships/customXml" Target="../ink/ink175.xml"/><Relationship Id="rId4" Type="http://schemas.openxmlformats.org/officeDocument/2006/relationships/image" Target="../media/image136.png"/><Relationship Id="rId9" Type="http://schemas.openxmlformats.org/officeDocument/2006/relationships/customXml" Target="../ink/ink170.xml"/><Relationship Id="rId14" Type="http://schemas.openxmlformats.org/officeDocument/2006/relationships/image" Target="../media/image143.png"/><Relationship Id="rId22" Type="http://schemas.openxmlformats.org/officeDocument/2006/relationships/customXml" Target="../ink/ink17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7575-1217-E4BA-9499-09488BE4B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 15- </a:t>
            </a:r>
            <a:r>
              <a:rPr lang="en-US" dirty="0" err="1"/>
              <a:t>Klausurvorbereitung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F77B0-F3F4-ED4C-C250-CC21F77D6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98563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C50F08-9D40-7029-BD14-A2BA9A7B8243}"/>
              </a:ext>
            </a:extLst>
          </p:cNvPr>
          <p:cNvSpPr/>
          <p:nvPr/>
        </p:nvSpPr>
        <p:spPr>
          <a:xfrm>
            <a:off x="240631" y="185525"/>
            <a:ext cx="5534527" cy="18648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dirty="0" err="1"/>
              <a:t>Rezeption</a:t>
            </a:r>
            <a:r>
              <a:rPr lang="en-US" dirty="0"/>
              <a:t> - Server)</a:t>
            </a:r>
          </a:p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new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(9090);</a:t>
            </a:r>
          </a:p>
          <a:p>
            <a:r>
              <a:rPr lang="en-US" dirty="0">
                <a:solidFill>
                  <a:srgbClr val="FF5358"/>
                </a:solidFill>
              </a:rPr>
              <a:t>Socket s = </a:t>
            </a:r>
            <a:r>
              <a:rPr lang="en-US" dirty="0" err="1">
                <a:solidFill>
                  <a:srgbClr val="FF5358"/>
                </a:solidFill>
              </a:rPr>
              <a:t>serverSocket.accept</a:t>
            </a:r>
            <a:r>
              <a:rPr lang="en-US" dirty="0">
                <a:solidFill>
                  <a:srgbClr val="FF5358"/>
                </a:solidFill>
              </a:rPr>
              <a:t>();</a:t>
            </a:r>
          </a:p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Weiterer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startet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….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FBE02F-3917-0C9D-02A2-09061047A97E}"/>
              </a:ext>
            </a:extLst>
          </p:cNvPr>
          <p:cNvSpPr/>
          <p:nvPr/>
        </p:nvSpPr>
        <p:spPr>
          <a:xfrm>
            <a:off x="7158790" y="287793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1D7A517D-9CE6-E0DA-C91D-52B95C426494}"/>
              </a:ext>
            </a:extLst>
          </p:cNvPr>
          <p:cNvSpPr/>
          <p:nvPr/>
        </p:nvSpPr>
        <p:spPr>
          <a:xfrm>
            <a:off x="5149516" y="493295"/>
            <a:ext cx="2153653" cy="312821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9DA9D3-13DC-6E75-3E8C-F29B036C3EC6}"/>
              </a:ext>
            </a:extLst>
          </p:cNvPr>
          <p:cNvSpPr/>
          <p:nvPr/>
        </p:nvSpPr>
        <p:spPr>
          <a:xfrm>
            <a:off x="240631" y="696687"/>
            <a:ext cx="5534527" cy="798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60F8BE9E-DB2A-5FE5-9364-0B5253A6F7F9}"/>
              </a:ext>
            </a:extLst>
          </p:cNvPr>
          <p:cNvSpPr/>
          <p:nvPr/>
        </p:nvSpPr>
        <p:spPr>
          <a:xfrm>
            <a:off x="5065486" y="1727200"/>
            <a:ext cx="1494971" cy="323220"/>
          </a:xfrm>
          <a:prstGeom prst="lef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966A92-D950-A2CD-5FC3-FB6EF1A8D8B3}"/>
              </a:ext>
            </a:extLst>
          </p:cNvPr>
          <p:cNvSpPr txBox="1"/>
          <p:nvPr/>
        </p:nvSpPr>
        <p:spPr>
          <a:xfrm>
            <a:off x="4402126" y="1113886"/>
            <a:ext cx="789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dirty="0">
                <a:solidFill>
                  <a:srgbClr val="0A0A0A"/>
                </a:solidFill>
                <a:effectLst/>
                <a:latin typeface="Google Sans"/>
              </a:rPr>
              <a:t>✅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346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8717-ACA6-6478-FBEF-5D88A225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8C44E07-4275-E2C7-3E2C-B0AC5C4BABED}"/>
              </a:ext>
            </a:extLst>
          </p:cNvPr>
          <p:cNvSpPr/>
          <p:nvPr/>
        </p:nvSpPr>
        <p:spPr>
          <a:xfrm>
            <a:off x="240631" y="185525"/>
            <a:ext cx="5534527" cy="18648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dirty="0" err="1"/>
              <a:t>Rezeption</a:t>
            </a:r>
            <a:r>
              <a:rPr lang="en-US" dirty="0"/>
              <a:t> - Server)</a:t>
            </a:r>
          </a:p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new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(9090);</a:t>
            </a:r>
          </a:p>
          <a:p>
            <a:r>
              <a:rPr lang="en-US" dirty="0">
                <a:solidFill>
                  <a:srgbClr val="FF5358"/>
                </a:solidFill>
              </a:rPr>
              <a:t>Socket s = </a:t>
            </a:r>
            <a:r>
              <a:rPr lang="en-US" dirty="0" err="1">
                <a:solidFill>
                  <a:srgbClr val="FF5358"/>
                </a:solidFill>
              </a:rPr>
              <a:t>serverSocket.accept</a:t>
            </a:r>
            <a:r>
              <a:rPr lang="en-US" dirty="0">
                <a:solidFill>
                  <a:srgbClr val="FF5358"/>
                </a:solidFill>
              </a:rPr>
              <a:t>();</a:t>
            </a:r>
          </a:p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Weiterer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startet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….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2EDCE5-BAF5-4A3D-5EEE-F189C7AC43DF}"/>
              </a:ext>
            </a:extLst>
          </p:cNvPr>
          <p:cNvSpPr/>
          <p:nvPr/>
        </p:nvSpPr>
        <p:spPr>
          <a:xfrm>
            <a:off x="7158790" y="287793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A9358D0B-27A3-E1CA-0365-8C3F720BA3E2}"/>
              </a:ext>
            </a:extLst>
          </p:cNvPr>
          <p:cNvSpPr/>
          <p:nvPr/>
        </p:nvSpPr>
        <p:spPr>
          <a:xfrm>
            <a:off x="5149516" y="493295"/>
            <a:ext cx="2153653" cy="312821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C0DAD6-FDCE-5BB6-90B9-DC8F2BACD321}"/>
              </a:ext>
            </a:extLst>
          </p:cNvPr>
          <p:cNvSpPr/>
          <p:nvPr/>
        </p:nvSpPr>
        <p:spPr>
          <a:xfrm>
            <a:off x="240631" y="696687"/>
            <a:ext cx="5534527" cy="798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Kein </a:t>
            </a:r>
            <a:r>
              <a:rPr lang="en-US" sz="2000" b="1" dirty="0" err="1">
                <a:solidFill>
                  <a:srgbClr val="FF0000"/>
                </a:solidFill>
              </a:rPr>
              <a:t>ServerSocket.accept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mehr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C17AFBA1-96A0-3DBB-352A-BAE4E72A3C7E}"/>
              </a:ext>
            </a:extLst>
          </p:cNvPr>
          <p:cNvSpPr/>
          <p:nvPr/>
        </p:nvSpPr>
        <p:spPr>
          <a:xfrm>
            <a:off x="5065486" y="1727200"/>
            <a:ext cx="1494971" cy="323220"/>
          </a:xfrm>
          <a:prstGeom prst="lef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2DDF7-DCCD-856B-66F9-34A9EF93B04A}"/>
              </a:ext>
            </a:extLst>
          </p:cNvPr>
          <p:cNvSpPr txBox="1"/>
          <p:nvPr/>
        </p:nvSpPr>
        <p:spPr>
          <a:xfrm>
            <a:off x="4846354" y="1140768"/>
            <a:ext cx="789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dirty="0">
                <a:solidFill>
                  <a:srgbClr val="0A0A0A"/>
                </a:solidFill>
                <a:effectLst/>
                <a:latin typeface="Google Sans"/>
              </a:rPr>
              <a:t>✅</a:t>
            </a:r>
            <a:endParaRPr lang="en-US" sz="28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7846C3C-323A-B3EA-BBE9-2CB5F09352F3}"/>
              </a:ext>
            </a:extLst>
          </p:cNvPr>
          <p:cNvSpPr/>
          <p:nvPr/>
        </p:nvSpPr>
        <p:spPr>
          <a:xfrm>
            <a:off x="7158790" y="2058250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3819CE-5AF6-8D61-40CC-CC7AB00DDC73}"/>
              </a:ext>
            </a:extLst>
          </p:cNvPr>
          <p:cNvSpPr/>
          <p:nvPr/>
        </p:nvSpPr>
        <p:spPr>
          <a:xfrm>
            <a:off x="7158790" y="3828707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C38933-095B-FE39-90DC-60FBC947AE39}"/>
              </a:ext>
            </a:extLst>
          </p:cNvPr>
          <p:cNvSpPr txBox="1"/>
          <p:nvPr/>
        </p:nvSpPr>
        <p:spPr>
          <a:xfrm>
            <a:off x="7634514" y="5907314"/>
            <a:ext cx="227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B6E53893-8FC7-7B40-795E-51A77FED3A46}"/>
              </a:ext>
            </a:extLst>
          </p:cNvPr>
          <p:cNvSpPr/>
          <p:nvPr/>
        </p:nvSpPr>
        <p:spPr>
          <a:xfrm rot="1333417">
            <a:off x="4843558" y="1626212"/>
            <a:ext cx="3329595" cy="348909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06A3206B-8CF7-5BE8-3D0D-CD73F219703F}"/>
              </a:ext>
            </a:extLst>
          </p:cNvPr>
          <p:cNvSpPr/>
          <p:nvPr/>
        </p:nvSpPr>
        <p:spPr>
          <a:xfrm rot="2321584">
            <a:off x="3609545" y="2689258"/>
            <a:ext cx="4917219" cy="356051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98D94B0-4FB3-C8DC-3048-E9A8D8B3CA78}"/>
              </a:ext>
            </a:extLst>
          </p:cNvPr>
          <p:cNvSpPr/>
          <p:nvPr/>
        </p:nvSpPr>
        <p:spPr>
          <a:xfrm>
            <a:off x="653143" y="4020457"/>
            <a:ext cx="4064000" cy="159657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Wir </a:t>
            </a:r>
            <a:r>
              <a:rPr lang="en-US" sz="2000" b="1" dirty="0" err="1"/>
              <a:t>wollen</a:t>
            </a:r>
            <a:r>
              <a:rPr lang="en-US" sz="2000" b="1" dirty="0"/>
              <a:t> </a:t>
            </a:r>
            <a:r>
              <a:rPr lang="en-US" sz="2000" b="1" i="1" dirty="0" err="1"/>
              <a:t>unbegrenzt</a:t>
            </a:r>
            <a:r>
              <a:rPr lang="en-US" sz="2000" b="1" i="1" dirty="0"/>
              <a:t> </a:t>
            </a:r>
            <a:r>
              <a:rPr lang="en-US" sz="2000" b="1" i="1" dirty="0" err="1"/>
              <a:t>viele</a:t>
            </a:r>
            <a:r>
              <a:rPr lang="en-US" sz="2000" b="1" i="1" dirty="0"/>
              <a:t> </a:t>
            </a:r>
            <a:r>
              <a:rPr lang="en-US" sz="2000" b="1" i="1" dirty="0" err="1"/>
              <a:t>parallele</a:t>
            </a:r>
            <a:r>
              <a:rPr lang="en-US" sz="2000" b="1" i="1" dirty="0"/>
              <a:t> </a:t>
            </a:r>
            <a:r>
              <a:rPr lang="en-US" sz="2000" b="1" i="1" dirty="0" err="1"/>
              <a:t>Anfragen</a:t>
            </a:r>
            <a:r>
              <a:rPr lang="en-US" sz="2000" b="1" i="1" dirty="0"/>
              <a:t> </a:t>
            </a:r>
            <a:r>
              <a:rPr lang="en-US" sz="2000" b="1" i="1" dirty="0" err="1"/>
              <a:t>annehmen</a:t>
            </a:r>
            <a:r>
              <a:rPr lang="en-US" sz="2000" b="1" i="1" dirty="0"/>
              <a:t> </a:t>
            </a:r>
            <a:r>
              <a:rPr lang="en-US" sz="2000" b="1" i="1" dirty="0" err="1"/>
              <a:t>können</a:t>
            </a:r>
            <a:endParaRPr lang="en-US" sz="2000" b="1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0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/>
      <p:bldP spid="2" grpId="0" animBg="1"/>
      <p:bldP spid="9" grpId="0" animBg="1"/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5667-E8C2-DC55-8565-1A2F618D2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9E1986-D7E7-8FAC-8B46-397FDC30BECC}"/>
              </a:ext>
            </a:extLst>
          </p:cNvPr>
          <p:cNvSpPr/>
          <p:nvPr/>
        </p:nvSpPr>
        <p:spPr>
          <a:xfrm>
            <a:off x="240631" y="185525"/>
            <a:ext cx="5956969" cy="35330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dirty="0" err="1"/>
              <a:t>Rezeption</a:t>
            </a:r>
            <a:r>
              <a:rPr lang="en-US" dirty="0"/>
              <a:t> - Server)</a:t>
            </a:r>
          </a:p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new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(9090);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while (true)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FF5358"/>
                </a:solidFill>
              </a:rPr>
              <a:t>Socket s = </a:t>
            </a:r>
            <a:r>
              <a:rPr lang="en-US" dirty="0" err="1">
                <a:solidFill>
                  <a:srgbClr val="FF5358"/>
                </a:solidFill>
              </a:rPr>
              <a:t>serverSocket.accept</a:t>
            </a:r>
            <a:r>
              <a:rPr lang="en-US" dirty="0">
                <a:solidFill>
                  <a:srgbClr val="FF5358"/>
                </a:solidFill>
              </a:rPr>
              <a:t>();</a:t>
            </a:r>
            <a:br>
              <a:rPr lang="en-US" dirty="0"/>
            </a:br>
            <a:r>
              <a:rPr lang="en-US" dirty="0"/>
              <a:t>    (</a:t>
            </a:r>
            <a:r>
              <a:rPr lang="en-US" dirty="0" err="1"/>
              <a:t>anderer</a:t>
            </a:r>
            <a:r>
              <a:rPr lang="en-US" dirty="0"/>
              <a:t> Code </a:t>
            </a:r>
            <a:r>
              <a:rPr lang="en-US" dirty="0" err="1"/>
              <a:t>startet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}</a:t>
            </a:r>
          </a:p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Weiterer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startet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….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0B418C-A5D8-41D0-536B-8152B7260471}"/>
              </a:ext>
            </a:extLst>
          </p:cNvPr>
          <p:cNvSpPr/>
          <p:nvPr/>
        </p:nvSpPr>
        <p:spPr>
          <a:xfrm>
            <a:off x="7158790" y="287793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2F8F97A6-B94F-1360-0940-966767EB3786}"/>
              </a:ext>
            </a:extLst>
          </p:cNvPr>
          <p:cNvSpPr/>
          <p:nvPr/>
        </p:nvSpPr>
        <p:spPr>
          <a:xfrm rot="20972942">
            <a:off x="2772350" y="990950"/>
            <a:ext cx="4681780" cy="226303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3DA90-67A2-4E98-B471-F8D13CC020F0}"/>
              </a:ext>
            </a:extLst>
          </p:cNvPr>
          <p:cNvSpPr txBox="1"/>
          <p:nvPr/>
        </p:nvSpPr>
        <p:spPr>
          <a:xfrm>
            <a:off x="3885484" y="1897924"/>
            <a:ext cx="789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A0A0A"/>
                </a:solidFill>
                <a:latin typeface="Google Sans"/>
              </a:rPr>
              <a:t>✅</a:t>
            </a:r>
            <a:endParaRPr lang="en-US" sz="28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2E6F8EE-5C10-A415-5CA0-E6F355F3F26A}"/>
              </a:ext>
            </a:extLst>
          </p:cNvPr>
          <p:cNvSpPr/>
          <p:nvPr/>
        </p:nvSpPr>
        <p:spPr>
          <a:xfrm>
            <a:off x="7158790" y="2058250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B71F85-C9EE-8080-884C-D28E23EE2BC5}"/>
              </a:ext>
            </a:extLst>
          </p:cNvPr>
          <p:cNvSpPr/>
          <p:nvPr/>
        </p:nvSpPr>
        <p:spPr>
          <a:xfrm>
            <a:off x="7158790" y="3828707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EB52E1-FA9F-2A48-89D5-C24F0ED42799}"/>
              </a:ext>
            </a:extLst>
          </p:cNvPr>
          <p:cNvSpPr txBox="1"/>
          <p:nvPr/>
        </p:nvSpPr>
        <p:spPr>
          <a:xfrm>
            <a:off x="7634514" y="5907314"/>
            <a:ext cx="227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861F39-0BB2-87E5-042E-4A8B7F12E93B}"/>
                  </a:ext>
                </a:extLst>
              </p14:cNvPr>
              <p14:cNvContentPartPr/>
              <p14:nvPr/>
            </p14:nvContentPartPr>
            <p14:xfrm>
              <a:off x="4990754" y="1267777"/>
              <a:ext cx="544680" cy="29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861F39-0BB2-87E5-042E-4A8B7F12E9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6754" y="1160137"/>
                <a:ext cx="6523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0FE94EC-27C0-EF9D-EE60-93C4ECD0A5B5}"/>
                  </a:ext>
                </a:extLst>
              </p14:cNvPr>
              <p14:cNvContentPartPr/>
              <p14:nvPr/>
            </p14:nvContentPartPr>
            <p14:xfrm>
              <a:off x="10698914" y="1102177"/>
              <a:ext cx="615600" cy="3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0FE94EC-27C0-EF9D-EE60-93C4ECD0A5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4914" y="994537"/>
                <a:ext cx="723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61CB6E0-F3D0-2F92-E9E7-9308C12416BD}"/>
                  </a:ext>
                </a:extLst>
              </p14:cNvPr>
              <p14:cNvContentPartPr/>
              <p14:nvPr/>
            </p14:nvContentPartPr>
            <p14:xfrm>
              <a:off x="448274" y="1528417"/>
              <a:ext cx="1246320" cy="29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61CB6E0-F3D0-2F92-E9E7-9308C12416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634" y="1420417"/>
                <a:ext cx="13539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687545-1FD1-E4D9-2F48-EE7EC25EFCD3}"/>
                  </a:ext>
                </a:extLst>
              </p14:cNvPr>
              <p14:cNvContentPartPr/>
              <p14:nvPr/>
            </p14:nvContentPartPr>
            <p14:xfrm>
              <a:off x="3045674" y="1795897"/>
              <a:ext cx="880200" cy="36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687545-1FD1-E4D9-2F48-EE7EC25EFC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91674" y="1687897"/>
                <a:ext cx="9878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6A17399-4868-4B8C-7B9A-29377F08B45A}"/>
                  </a:ext>
                </a:extLst>
              </p14:cNvPr>
              <p14:cNvContentPartPr/>
              <p14:nvPr/>
            </p14:nvContentPartPr>
            <p14:xfrm>
              <a:off x="720074" y="2109097"/>
              <a:ext cx="2294640" cy="43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6A17399-4868-4B8C-7B9A-29377F08B4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6434" y="2001457"/>
                <a:ext cx="240228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F2BCFCF-EDF2-C15C-91D3-C95510FDFA44}"/>
              </a:ext>
            </a:extLst>
          </p:cNvPr>
          <p:cNvGrpSpPr/>
          <p:nvPr/>
        </p:nvGrpSpPr>
        <p:grpSpPr>
          <a:xfrm>
            <a:off x="-11806" y="1485217"/>
            <a:ext cx="480960" cy="966960"/>
            <a:chOff x="-11806" y="1485217"/>
            <a:chExt cx="480960" cy="9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B3B5409-A863-9FC8-3B09-FCBB3C87C6C3}"/>
                    </a:ext>
                  </a:extLst>
                </p14:cNvPr>
                <p14:cNvContentPartPr/>
                <p14:nvPr/>
              </p14:nvContentPartPr>
              <p14:xfrm>
                <a:off x="-11806" y="1571977"/>
                <a:ext cx="480960" cy="88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B3B5409-A863-9FC8-3B09-FCBB3C87C6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-29806" y="1553977"/>
                  <a:ext cx="51660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9C18BD6-6C68-F4E0-5A2F-82C54A9EC10D}"/>
                    </a:ext>
                  </a:extLst>
                </p14:cNvPr>
                <p14:cNvContentPartPr/>
                <p14:nvPr/>
              </p14:nvContentPartPr>
              <p14:xfrm>
                <a:off x="172514" y="1485217"/>
                <a:ext cx="177120" cy="221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9C18BD6-6C68-F4E0-5A2F-82C54A9EC1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4874" y="1467217"/>
                  <a:ext cx="21276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96FC202-2C32-1932-8C64-3C566A1E403E}"/>
              </a:ext>
            </a:extLst>
          </p:cNvPr>
          <p:cNvGrpSpPr/>
          <p:nvPr/>
        </p:nvGrpSpPr>
        <p:grpSpPr>
          <a:xfrm>
            <a:off x="3290474" y="2059417"/>
            <a:ext cx="1422000" cy="645480"/>
            <a:chOff x="3290474" y="2059417"/>
            <a:chExt cx="142200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D67FAC0-3B17-A932-7CE5-59693E24FF14}"/>
                    </a:ext>
                  </a:extLst>
                </p14:cNvPr>
                <p14:cNvContentPartPr/>
                <p14:nvPr/>
              </p14:nvContentPartPr>
              <p14:xfrm>
                <a:off x="3375794" y="2133937"/>
                <a:ext cx="1336680" cy="570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D67FAC0-3B17-A932-7CE5-59693E24FF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58154" y="2116297"/>
                  <a:ext cx="13723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12E42FD-454F-5EBE-8A01-405F26D41DA7}"/>
                    </a:ext>
                  </a:extLst>
                </p14:cNvPr>
                <p14:cNvContentPartPr/>
                <p14:nvPr/>
              </p14:nvContentPartPr>
              <p14:xfrm>
                <a:off x="3290474" y="2059417"/>
                <a:ext cx="476640" cy="264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12E42FD-454F-5EBE-8A01-405F26D41DA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72474" y="2041417"/>
                  <a:ext cx="512280" cy="300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25D82C1-1D37-5952-6063-43E4F151E8C1}"/>
              </a:ext>
            </a:extLst>
          </p:cNvPr>
          <p:cNvSpPr txBox="1"/>
          <p:nvPr/>
        </p:nvSpPr>
        <p:spPr>
          <a:xfrm>
            <a:off x="4517308" y="2722464"/>
            <a:ext cx="2072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Wartet</a:t>
            </a:r>
            <a:r>
              <a:rPr lang="en-US" b="1" dirty="0">
                <a:solidFill>
                  <a:srgbClr val="FF0000"/>
                </a:solidFill>
              </a:rPr>
              <a:t> auf </a:t>
            </a:r>
            <a:r>
              <a:rPr lang="en-US" b="1" dirty="0" err="1">
                <a:solidFill>
                  <a:srgbClr val="FF0000"/>
                </a:solidFill>
              </a:rPr>
              <a:t>Verbindung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196207C-2773-AA24-4D6D-BA643BAE6C9D}"/>
              </a:ext>
            </a:extLst>
          </p:cNvPr>
          <p:cNvSpPr/>
          <p:nvPr/>
        </p:nvSpPr>
        <p:spPr>
          <a:xfrm>
            <a:off x="10508343" y="185525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0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A16EF-CAFF-2892-DB65-EDC461EE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E84645-D25C-EE28-D384-2FC5B173028B}"/>
              </a:ext>
            </a:extLst>
          </p:cNvPr>
          <p:cNvSpPr/>
          <p:nvPr/>
        </p:nvSpPr>
        <p:spPr>
          <a:xfrm>
            <a:off x="7158790" y="2058250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0233525-D97A-D003-1BDD-5B07DCC6A242}"/>
              </a:ext>
            </a:extLst>
          </p:cNvPr>
          <p:cNvSpPr/>
          <p:nvPr/>
        </p:nvSpPr>
        <p:spPr>
          <a:xfrm>
            <a:off x="240631" y="185525"/>
            <a:ext cx="5956969" cy="35330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dirty="0" err="1"/>
              <a:t>Rezeption</a:t>
            </a:r>
            <a:r>
              <a:rPr lang="en-US" dirty="0"/>
              <a:t> - Server)</a:t>
            </a:r>
          </a:p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new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(9090);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while (true)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FF5358"/>
                </a:solidFill>
              </a:rPr>
              <a:t>Socket s = </a:t>
            </a:r>
            <a:r>
              <a:rPr lang="en-US" dirty="0" err="1">
                <a:solidFill>
                  <a:srgbClr val="FF5358"/>
                </a:solidFill>
              </a:rPr>
              <a:t>serverSocket.accept</a:t>
            </a:r>
            <a:r>
              <a:rPr lang="en-US" dirty="0">
                <a:solidFill>
                  <a:srgbClr val="FF5358"/>
                </a:solidFill>
              </a:rPr>
              <a:t>();</a:t>
            </a:r>
            <a:br>
              <a:rPr lang="en-US" dirty="0"/>
            </a:br>
            <a:r>
              <a:rPr lang="en-US" dirty="0"/>
              <a:t>    (</a:t>
            </a:r>
            <a:r>
              <a:rPr lang="en-US" dirty="0" err="1"/>
              <a:t>anderer</a:t>
            </a:r>
            <a:r>
              <a:rPr lang="en-US" dirty="0"/>
              <a:t> Code </a:t>
            </a:r>
            <a:r>
              <a:rPr lang="en-US" dirty="0" err="1"/>
              <a:t>startet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}</a:t>
            </a:r>
          </a:p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Weiterer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startet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….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8BA09A-5DCB-D493-E54B-5672EF54079C}"/>
              </a:ext>
            </a:extLst>
          </p:cNvPr>
          <p:cNvSpPr/>
          <p:nvPr/>
        </p:nvSpPr>
        <p:spPr>
          <a:xfrm>
            <a:off x="7158790" y="287793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77B5270E-618A-C101-3DE3-D1F8E2BAAB2C}"/>
              </a:ext>
            </a:extLst>
          </p:cNvPr>
          <p:cNvSpPr/>
          <p:nvPr/>
        </p:nvSpPr>
        <p:spPr>
          <a:xfrm rot="1029957">
            <a:off x="4030997" y="1990915"/>
            <a:ext cx="4426598" cy="130001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70E75A-F430-0427-796E-5785A3209A50}"/>
              </a:ext>
            </a:extLst>
          </p:cNvPr>
          <p:cNvSpPr txBox="1"/>
          <p:nvPr/>
        </p:nvSpPr>
        <p:spPr>
          <a:xfrm>
            <a:off x="3885484" y="1897924"/>
            <a:ext cx="789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A0A0A"/>
                </a:solidFill>
                <a:latin typeface="Google Sans"/>
              </a:rPr>
              <a:t>✅</a:t>
            </a:r>
            <a:endParaRPr lang="en-US" sz="28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E7729E-537D-306D-E070-8224BDBEE4EE}"/>
              </a:ext>
            </a:extLst>
          </p:cNvPr>
          <p:cNvSpPr/>
          <p:nvPr/>
        </p:nvSpPr>
        <p:spPr>
          <a:xfrm>
            <a:off x="7158790" y="3828707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645ADD-F8CF-2640-3344-D9FC98973B6A}"/>
              </a:ext>
            </a:extLst>
          </p:cNvPr>
          <p:cNvSpPr txBox="1"/>
          <p:nvPr/>
        </p:nvSpPr>
        <p:spPr>
          <a:xfrm>
            <a:off x="7634514" y="5907314"/>
            <a:ext cx="227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AC0D2C1-2EC5-BE48-BF57-BA26EA036705}"/>
                  </a:ext>
                </a:extLst>
              </p14:cNvPr>
              <p14:cNvContentPartPr/>
              <p14:nvPr/>
            </p14:nvContentPartPr>
            <p14:xfrm>
              <a:off x="448274" y="1528417"/>
              <a:ext cx="1246320" cy="29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AC0D2C1-2EC5-BE48-BF57-BA26EA0367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634" y="1420417"/>
                <a:ext cx="13539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9E3BAFD-A25F-8971-075A-F0A0EDF75A4B}"/>
                  </a:ext>
                </a:extLst>
              </p14:cNvPr>
              <p14:cNvContentPartPr/>
              <p14:nvPr/>
            </p14:nvContentPartPr>
            <p14:xfrm>
              <a:off x="3045674" y="1795897"/>
              <a:ext cx="880200" cy="36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9E3BAFD-A25F-8971-075A-F0A0EDF75A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1674" y="1687897"/>
                <a:ext cx="9878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7342124-9667-CF1E-0063-365AC60990F7}"/>
                  </a:ext>
                </a:extLst>
              </p14:cNvPr>
              <p14:cNvContentPartPr/>
              <p14:nvPr/>
            </p14:nvContentPartPr>
            <p14:xfrm>
              <a:off x="720074" y="2109097"/>
              <a:ext cx="2294640" cy="43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7342124-9667-CF1E-0063-365AC60990F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6434" y="2001457"/>
                <a:ext cx="2402280" cy="2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C290DD6-DDC8-BA10-10B6-5AC38EF7839B}"/>
              </a:ext>
            </a:extLst>
          </p:cNvPr>
          <p:cNvGrpSpPr/>
          <p:nvPr/>
        </p:nvGrpSpPr>
        <p:grpSpPr>
          <a:xfrm>
            <a:off x="-11806" y="1485217"/>
            <a:ext cx="480960" cy="966960"/>
            <a:chOff x="-11806" y="1485217"/>
            <a:chExt cx="480960" cy="9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527C5D-1892-3994-2B10-EFEA2ABE4C8C}"/>
                    </a:ext>
                  </a:extLst>
                </p14:cNvPr>
                <p14:cNvContentPartPr/>
                <p14:nvPr/>
              </p14:nvContentPartPr>
              <p14:xfrm>
                <a:off x="-11806" y="1571977"/>
                <a:ext cx="480960" cy="88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527C5D-1892-3994-2B10-EFEA2ABE4C8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-29806" y="1553977"/>
                  <a:ext cx="51660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08634E9-14CF-7E0B-2B9C-3A821802F2A0}"/>
                    </a:ext>
                  </a:extLst>
                </p14:cNvPr>
                <p14:cNvContentPartPr/>
                <p14:nvPr/>
              </p14:nvContentPartPr>
              <p14:xfrm>
                <a:off x="172514" y="1485217"/>
                <a:ext cx="177120" cy="221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08634E9-14CF-7E0B-2B9C-3A821802F2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874" y="1467217"/>
                  <a:ext cx="212760" cy="257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26101D3-1DBB-ED02-2200-E9AEDF415AE7}"/>
              </a:ext>
            </a:extLst>
          </p:cNvPr>
          <p:cNvSpPr txBox="1"/>
          <p:nvPr/>
        </p:nvSpPr>
        <p:spPr>
          <a:xfrm>
            <a:off x="4517308" y="2722464"/>
            <a:ext cx="2072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Wartet</a:t>
            </a:r>
            <a:r>
              <a:rPr lang="en-US" b="1" dirty="0">
                <a:solidFill>
                  <a:srgbClr val="FF0000"/>
                </a:solidFill>
              </a:rPr>
              <a:t> auf </a:t>
            </a:r>
            <a:r>
              <a:rPr lang="en-US" b="1" dirty="0" err="1">
                <a:solidFill>
                  <a:srgbClr val="FF0000"/>
                </a:solidFill>
              </a:rPr>
              <a:t>Verbindung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4B789A-7236-D247-5441-813DBF865D2E}"/>
                  </a:ext>
                </a:extLst>
              </p14:cNvPr>
              <p14:cNvContentPartPr/>
              <p14:nvPr/>
            </p14:nvContentPartPr>
            <p14:xfrm>
              <a:off x="10780994" y="2886697"/>
              <a:ext cx="456840" cy="3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4B789A-7236-D247-5441-813DBF865D2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27354" y="2779057"/>
                <a:ext cx="5644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2F1B96-F522-CFA6-E81A-954784C1BA56}"/>
                  </a:ext>
                </a:extLst>
              </p14:cNvPr>
              <p14:cNvContentPartPr/>
              <p14:nvPr/>
            </p14:nvContentPartPr>
            <p14:xfrm>
              <a:off x="4947194" y="1266697"/>
              <a:ext cx="606960" cy="4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2F1B96-F522-CFA6-E81A-954784C1BA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93554" y="1158697"/>
                <a:ext cx="7146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8177B9A-A523-BC87-ABAE-141F78438173}"/>
                  </a:ext>
                </a:extLst>
              </p14:cNvPr>
              <p14:cNvContentPartPr/>
              <p14:nvPr/>
            </p14:nvContentPartPr>
            <p14:xfrm>
              <a:off x="2963954" y="1808857"/>
              <a:ext cx="996840" cy="9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8177B9A-A523-BC87-ABAE-141F7843817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09954" y="1701217"/>
                <a:ext cx="1104480" cy="2253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A479455-B523-F21F-6616-D60E1F4FCD28}"/>
              </a:ext>
            </a:extLst>
          </p:cNvPr>
          <p:cNvSpPr/>
          <p:nvPr/>
        </p:nvSpPr>
        <p:spPr>
          <a:xfrm>
            <a:off x="4517308" y="2722464"/>
            <a:ext cx="1448063" cy="6463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1B9047-30C0-928A-0EEE-6D54280AD1CB}"/>
                  </a:ext>
                </a:extLst>
              </p14:cNvPr>
              <p14:cNvContentPartPr/>
              <p14:nvPr/>
            </p14:nvContentPartPr>
            <p14:xfrm>
              <a:off x="706754" y="2115577"/>
              <a:ext cx="2251080" cy="46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1B9047-30C0-928A-0EEE-6D54280AD1C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2754" y="2007937"/>
                <a:ext cx="2358720" cy="26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DABB434-0C71-6AF8-E8B2-2BD809DE3149}"/>
              </a:ext>
            </a:extLst>
          </p:cNvPr>
          <p:cNvGrpSpPr/>
          <p:nvPr/>
        </p:nvGrpSpPr>
        <p:grpSpPr>
          <a:xfrm>
            <a:off x="-50686" y="1496737"/>
            <a:ext cx="520200" cy="981720"/>
            <a:chOff x="-50686" y="1496737"/>
            <a:chExt cx="520200" cy="9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276226-7524-3F3D-1425-06564CB28CB2}"/>
                    </a:ext>
                  </a:extLst>
                </p14:cNvPr>
                <p14:cNvContentPartPr/>
                <p14:nvPr/>
              </p14:nvContentPartPr>
              <p14:xfrm>
                <a:off x="-50686" y="1544617"/>
                <a:ext cx="520200" cy="933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276226-7524-3F3D-1425-06564CB28C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-68686" y="1526977"/>
                  <a:ext cx="55584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F49E21-B4A8-64DB-19E0-EA1074353E37}"/>
                    </a:ext>
                  </a:extLst>
                </p14:cNvPr>
                <p14:cNvContentPartPr/>
                <p14:nvPr/>
              </p14:nvContentPartPr>
              <p14:xfrm>
                <a:off x="126074" y="1496737"/>
                <a:ext cx="301680" cy="30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F49E21-B4A8-64DB-19E0-EA1074353E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074" y="1478737"/>
                  <a:ext cx="33732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68F3D2A-0D95-7671-DE31-34D4E60EC888}"/>
              </a:ext>
            </a:extLst>
          </p:cNvPr>
          <p:cNvGrpSpPr/>
          <p:nvPr/>
        </p:nvGrpSpPr>
        <p:grpSpPr>
          <a:xfrm>
            <a:off x="3290474" y="2059417"/>
            <a:ext cx="1422000" cy="645480"/>
            <a:chOff x="3290474" y="2059417"/>
            <a:chExt cx="142200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ECD2B94-DCB9-430F-3B61-365E76A96C9C}"/>
                    </a:ext>
                  </a:extLst>
                </p14:cNvPr>
                <p14:cNvContentPartPr/>
                <p14:nvPr/>
              </p14:nvContentPartPr>
              <p14:xfrm>
                <a:off x="3375794" y="2133937"/>
                <a:ext cx="1336680" cy="570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ECD2B94-DCB9-430F-3B61-365E76A96C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58154" y="2116297"/>
                  <a:ext cx="13723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16D4B7-22AE-0302-0959-5D094BADE9E9}"/>
                    </a:ext>
                  </a:extLst>
                </p14:cNvPr>
                <p14:cNvContentPartPr/>
                <p14:nvPr/>
              </p14:nvContentPartPr>
              <p14:xfrm>
                <a:off x="3290474" y="2059417"/>
                <a:ext cx="476640" cy="264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16D4B7-22AE-0302-0959-5D094BADE9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72474" y="2041417"/>
                  <a:ext cx="512280" cy="300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446411C-07E7-E8B0-8B27-FBFB9E5C50FD}"/>
              </a:ext>
            </a:extLst>
          </p:cNvPr>
          <p:cNvSpPr/>
          <p:nvPr/>
        </p:nvSpPr>
        <p:spPr>
          <a:xfrm>
            <a:off x="10508343" y="185525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4648646-8B64-52CA-9474-E4BD599425CF}"/>
              </a:ext>
            </a:extLst>
          </p:cNvPr>
          <p:cNvSpPr/>
          <p:nvPr/>
        </p:nvSpPr>
        <p:spPr>
          <a:xfrm>
            <a:off x="10532746" y="2037132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9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4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31C7-4354-9068-D9CF-5D4443A1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D9A50A8-DE21-9887-C2E3-4290343D2898}"/>
              </a:ext>
            </a:extLst>
          </p:cNvPr>
          <p:cNvSpPr/>
          <p:nvPr/>
        </p:nvSpPr>
        <p:spPr>
          <a:xfrm>
            <a:off x="7158790" y="3828707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0FCAB39-B7BF-D664-2672-76BEFE1869A4}"/>
              </a:ext>
            </a:extLst>
          </p:cNvPr>
          <p:cNvSpPr/>
          <p:nvPr/>
        </p:nvSpPr>
        <p:spPr>
          <a:xfrm>
            <a:off x="7158790" y="2058250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6B2353-5635-12E1-5F58-EF05AF9F6896}"/>
              </a:ext>
            </a:extLst>
          </p:cNvPr>
          <p:cNvSpPr/>
          <p:nvPr/>
        </p:nvSpPr>
        <p:spPr>
          <a:xfrm>
            <a:off x="240631" y="185525"/>
            <a:ext cx="5956969" cy="35330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dirty="0" err="1"/>
              <a:t>Rezeption</a:t>
            </a:r>
            <a:r>
              <a:rPr lang="en-US" dirty="0"/>
              <a:t> - Server)</a:t>
            </a:r>
          </a:p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new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(9090);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while (true)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FF5358"/>
                </a:solidFill>
              </a:rPr>
              <a:t>Socket s = </a:t>
            </a:r>
            <a:r>
              <a:rPr lang="en-US" dirty="0" err="1">
                <a:solidFill>
                  <a:srgbClr val="FF5358"/>
                </a:solidFill>
              </a:rPr>
              <a:t>serverSocket.accept</a:t>
            </a:r>
            <a:r>
              <a:rPr lang="en-US" dirty="0">
                <a:solidFill>
                  <a:srgbClr val="FF5358"/>
                </a:solidFill>
              </a:rPr>
              <a:t>();</a:t>
            </a:r>
            <a:br>
              <a:rPr lang="en-US" dirty="0"/>
            </a:br>
            <a:r>
              <a:rPr lang="en-US" dirty="0"/>
              <a:t>    (</a:t>
            </a:r>
            <a:r>
              <a:rPr lang="en-US" dirty="0" err="1"/>
              <a:t>anderer</a:t>
            </a:r>
            <a:r>
              <a:rPr lang="en-US" dirty="0"/>
              <a:t> Code </a:t>
            </a:r>
            <a:r>
              <a:rPr lang="en-US" dirty="0" err="1"/>
              <a:t>startet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}</a:t>
            </a:r>
          </a:p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Weiterer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startet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….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33A3A6-5647-B4C7-55D4-2E02EFCAB013}"/>
              </a:ext>
            </a:extLst>
          </p:cNvPr>
          <p:cNvSpPr/>
          <p:nvPr/>
        </p:nvSpPr>
        <p:spPr>
          <a:xfrm>
            <a:off x="7158790" y="287793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8C89875A-B7E9-BFF9-2F3B-581D8C7A99A7}"/>
              </a:ext>
            </a:extLst>
          </p:cNvPr>
          <p:cNvSpPr/>
          <p:nvPr/>
        </p:nvSpPr>
        <p:spPr>
          <a:xfrm rot="2174694">
            <a:off x="4439908" y="2781226"/>
            <a:ext cx="4426598" cy="130001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62CEA-CC77-7584-4451-A8620F959617}"/>
              </a:ext>
            </a:extLst>
          </p:cNvPr>
          <p:cNvSpPr txBox="1"/>
          <p:nvPr/>
        </p:nvSpPr>
        <p:spPr>
          <a:xfrm>
            <a:off x="7634514" y="5907314"/>
            <a:ext cx="227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27CF973-1F3E-5DCA-5E74-8084DB77C0CA}"/>
                  </a:ext>
                </a:extLst>
              </p14:cNvPr>
              <p14:cNvContentPartPr/>
              <p14:nvPr/>
            </p14:nvContentPartPr>
            <p14:xfrm>
              <a:off x="448274" y="1528417"/>
              <a:ext cx="1246320" cy="29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27CF973-1F3E-5DCA-5E74-8084DB77C0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634" y="1420417"/>
                <a:ext cx="135396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A324674-D202-F0EC-B46B-58948ACC7696}"/>
              </a:ext>
            </a:extLst>
          </p:cNvPr>
          <p:cNvGrpSpPr/>
          <p:nvPr/>
        </p:nvGrpSpPr>
        <p:grpSpPr>
          <a:xfrm>
            <a:off x="-11806" y="1485217"/>
            <a:ext cx="480960" cy="966960"/>
            <a:chOff x="-11806" y="1485217"/>
            <a:chExt cx="480960" cy="9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0449712-0235-6318-D827-5E1074F148BD}"/>
                    </a:ext>
                  </a:extLst>
                </p14:cNvPr>
                <p14:cNvContentPartPr/>
                <p14:nvPr/>
              </p14:nvContentPartPr>
              <p14:xfrm>
                <a:off x="-11806" y="1571977"/>
                <a:ext cx="480960" cy="88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0449712-0235-6318-D827-5E1074F148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-29806" y="1553977"/>
                  <a:ext cx="51660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7729803-24A9-EB0B-3468-38FD822202A7}"/>
                    </a:ext>
                  </a:extLst>
                </p14:cNvPr>
                <p14:cNvContentPartPr/>
                <p14:nvPr/>
              </p14:nvContentPartPr>
              <p14:xfrm>
                <a:off x="172514" y="1485217"/>
                <a:ext cx="177120" cy="221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7729803-24A9-EB0B-3468-38FD822202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4874" y="1467217"/>
                  <a:ext cx="212760" cy="257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2AC67C4-505F-5565-EEB3-FF983BDC4E76}"/>
              </a:ext>
            </a:extLst>
          </p:cNvPr>
          <p:cNvSpPr txBox="1"/>
          <p:nvPr/>
        </p:nvSpPr>
        <p:spPr>
          <a:xfrm>
            <a:off x="4517308" y="2722464"/>
            <a:ext cx="2072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Wartet</a:t>
            </a:r>
            <a:r>
              <a:rPr lang="en-US" b="1" dirty="0">
                <a:solidFill>
                  <a:srgbClr val="FF0000"/>
                </a:solidFill>
              </a:rPr>
              <a:t> auf </a:t>
            </a:r>
            <a:r>
              <a:rPr lang="en-US" b="1" dirty="0" err="1">
                <a:solidFill>
                  <a:srgbClr val="FF0000"/>
                </a:solidFill>
              </a:rPr>
              <a:t>Verbindung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3044E3-E0ED-7F91-2F39-301AE971479A}"/>
              </a:ext>
            </a:extLst>
          </p:cNvPr>
          <p:cNvGrpSpPr/>
          <p:nvPr/>
        </p:nvGrpSpPr>
        <p:grpSpPr>
          <a:xfrm>
            <a:off x="-50686" y="1496737"/>
            <a:ext cx="520200" cy="981720"/>
            <a:chOff x="-50686" y="1496737"/>
            <a:chExt cx="520200" cy="9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1CA7A7-03B5-6274-4CAE-3F984BE1EFE7}"/>
                    </a:ext>
                  </a:extLst>
                </p14:cNvPr>
                <p14:cNvContentPartPr/>
                <p14:nvPr/>
              </p14:nvContentPartPr>
              <p14:xfrm>
                <a:off x="-50686" y="1544617"/>
                <a:ext cx="520200" cy="933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1CA7A7-03B5-6274-4CAE-3F984BE1EF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-68686" y="1526977"/>
                  <a:ext cx="55584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889E8A4-3C66-76AE-10AB-9E13B9687BEE}"/>
                    </a:ext>
                  </a:extLst>
                </p14:cNvPr>
                <p14:cNvContentPartPr/>
                <p14:nvPr/>
              </p14:nvContentPartPr>
              <p14:xfrm>
                <a:off x="126074" y="1496737"/>
                <a:ext cx="301680" cy="30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889E8A4-3C66-76AE-10AB-9E13B9687B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074" y="1478737"/>
                  <a:ext cx="33732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E2B305-F80A-B5B3-0E4D-425D79E3D866}"/>
              </a:ext>
            </a:extLst>
          </p:cNvPr>
          <p:cNvGrpSpPr/>
          <p:nvPr/>
        </p:nvGrpSpPr>
        <p:grpSpPr>
          <a:xfrm>
            <a:off x="3290474" y="2059417"/>
            <a:ext cx="1422000" cy="645480"/>
            <a:chOff x="3290474" y="2059417"/>
            <a:chExt cx="142200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8AE48B-86F4-39D8-2A5D-28160F4557CF}"/>
                    </a:ext>
                  </a:extLst>
                </p14:cNvPr>
                <p14:cNvContentPartPr/>
                <p14:nvPr/>
              </p14:nvContentPartPr>
              <p14:xfrm>
                <a:off x="3375794" y="2133937"/>
                <a:ext cx="1336680" cy="570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8AE48B-86F4-39D8-2A5D-28160F4557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58154" y="2116297"/>
                  <a:ext cx="13723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9F3267-D4D2-98AC-0C3B-20C362CF3DC7}"/>
                    </a:ext>
                  </a:extLst>
                </p14:cNvPr>
                <p14:cNvContentPartPr/>
                <p14:nvPr/>
              </p14:nvContentPartPr>
              <p14:xfrm>
                <a:off x="3290474" y="2059417"/>
                <a:ext cx="476640" cy="26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9F3267-D4D2-98AC-0C3B-20C362CF3DC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72474" y="2041417"/>
                  <a:ext cx="512280" cy="30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617787C-6F52-D1D1-5E79-3FC16F3A7DBF}"/>
                  </a:ext>
                </a:extLst>
              </p14:cNvPr>
              <p14:cNvContentPartPr/>
              <p14:nvPr/>
            </p14:nvContentPartPr>
            <p14:xfrm>
              <a:off x="10826354" y="4664737"/>
              <a:ext cx="40392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617787C-6F52-D1D1-5E79-3FC16F3A7D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72714" y="4557097"/>
                <a:ext cx="511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B091A27-9073-10F7-C1F2-254D14274FFE}"/>
                  </a:ext>
                </a:extLst>
              </p14:cNvPr>
              <p14:cNvContentPartPr/>
              <p14:nvPr/>
            </p14:nvContentPartPr>
            <p14:xfrm>
              <a:off x="4923794" y="1242937"/>
              <a:ext cx="617400" cy="86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B091A27-9073-10F7-C1F2-254D14274FF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69794" y="1135297"/>
                <a:ext cx="7250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16F0558-C4E9-890C-628D-9E6572A72A5D}"/>
                  </a:ext>
                </a:extLst>
              </p14:cNvPr>
              <p14:cNvContentPartPr/>
              <p14:nvPr/>
            </p14:nvContentPartPr>
            <p14:xfrm>
              <a:off x="3008594" y="1865017"/>
              <a:ext cx="74520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16F0558-C4E9-890C-628D-9E6572A72A5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54594" y="1757377"/>
                <a:ext cx="85284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91D9A3E8-0D89-4EA4-6AA6-7F06774B0010}"/>
              </a:ext>
            </a:extLst>
          </p:cNvPr>
          <p:cNvSpPr txBox="1"/>
          <p:nvPr/>
        </p:nvSpPr>
        <p:spPr>
          <a:xfrm>
            <a:off x="3847883" y="1784124"/>
            <a:ext cx="74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A0A0A"/>
                </a:solidFill>
                <a:highlight>
                  <a:srgbClr val="00FFFF"/>
                </a:highlight>
                <a:latin typeface="Google Sans"/>
              </a:rPr>
              <a:t>✅</a:t>
            </a:r>
            <a:endParaRPr lang="en-US" sz="2800" dirty="0">
              <a:highlight>
                <a:srgbClr val="00FFFF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CCB35BE-4546-CC8A-2EEE-E5C6B5DE2D15}"/>
                  </a:ext>
                </a:extLst>
              </p14:cNvPr>
              <p14:cNvContentPartPr/>
              <p14:nvPr/>
            </p14:nvContentPartPr>
            <p14:xfrm>
              <a:off x="815114" y="2073457"/>
              <a:ext cx="2151720" cy="622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CCB35BE-4546-CC8A-2EEE-E5C6B5DE2D1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1474" y="1965457"/>
                <a:ext cx="2259360" cy="2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837F6946-1ECD-1E17-9CBD-29FB705B34C0}"/>
              </a:ext>
            </a:extLst>
          </p:cNvPr>
          <p:cNvGrpSpPr/>
          <p:nvPr/>
        </p:nvGrpSpPr>
        <p:grpSpPr>
          <a:xfrm>
            <a:off x="-87406" y="1414297"/>
            <a:ext cx="647280" cy="1069920"/>
            <a:chOff x="-87406" y="1414297"/>
            <a:chExt cx="647280" cy="10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91F9D9E-3E12-C4C2-44BA-984F8DDF30F6}"/>
                    </a:ext>
                  </a:extLst>
                </p14:cNvPr>
                <p14:cNvContentPartPr/>
                <p14:nvPr/>
              </p14:nvContentPartPr>
              <p14:xfrm>
                <a:off x="-87406" y="1414297"/>
                <a:ext cx="560520" cy="1069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91F9D9E-3E12-C4C2-44BA-984F8DDF30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-105406" y="1396297"/>
                  <a:ext cx="596160" cy="11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845916-E12C-0558-F8F2-88B3A316CAAF}"/>
                    </a:ext>
                  </a:extLst>
                </p14:cNvPr>
                <p14:cNvContentPartPr/>
                <p14:nvPr/>
              </p14:nvContentPartPr>
              <p14:xfrm>
                <a:off x="115274" y="1487017"/>
                <a:ext cx="444600" cy="272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845916-E12C-0558-F8F2-88B3A316CA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634" y="1469377"/>
                  <a:ext cx="480240" cy="30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A151F64-BD44-6C14-5D87-A6E340598A5C}"/>
              </a:ext>
            </a:extLst>
          </p:cNvPr>
          <p:cNvSpPr/>
          <p:nvPr/>
        </p:nvSpPr>
        <p:spPr>
          <a:xfrm>
            <a:off x="4517308" y="2722464"/>
            <a:ext cx="1448063" cy="64633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3A65278-6FD0-B8E0-AC1D-AE91FD35AB7D}"/>
              </a:ext>
            </a:extLst>
          </p:cNvPr>
          <p:cNvSpPr/>
          <p:nvPr/>
        </p:nvSpPr>
        <p:spPr>
          <a:xfrm>
            <a:off x="10508343" y="185525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5E796FD-3E31-7DC5-9AD6-0802AB23B84C}"/>
              </a:ext>
            </a:extLst>
          </p:cNvPr>
          <p:cNvSpPr/>
          <p:nvPr/>
        </p:nvSpPr>
        <p:spPr>
          <a:xfrm>
            <a:off x="10508342" y="2007868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6C7B9BB-6B82-33A0-239A-9E818A4883CB}"/>
              </a:ext>
            </a:extLst>
          </p:cNvPr>
          <p:cNvSpPr/>
          <p:nvPr/>
        </p:nvSpPr>
        <p:spPr>
          <a:xfrm>
            <a:off x="10508343" y="3787926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47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4" grpId="0"/>
      <p:bldP spid="40" grpId="0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B53A-5192-8FF8-F282-18E11865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5E3FFE-1AD1-8D83-314E-EA9B26A4888D}"/>
              </a:ext>
            </a:extLst>
          </p:cNvPr>
          <p:cNvSpPr/>
          <p:nvPr/>
        </p:nvSpPr>
        <p:spPr>
          <a:xfrm>
            <a:off x="7158790" y="3828707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F9DC41-F2BB-A0CD-5900-1903EAA249AE}"/>
              </a:ext>
            </a:extLst>
          </p:cNvPr>
          <p:cNvSpPr/>
          <p:nvPr/>
        </p:nvSpPr>
        <p:spPr>
          <a:xfrm>
            <a:off x="7158790" y="2058250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1AA5BC-C7BF-4A78-C315-C3CEFE0C7ACF}"/>
              </a:ext>
            </a:extLst>
          </p:cNvPr>
          <p:cNvSpPr/>
          <p:nvPr/>
        </p:nvSpPr>
        <p:spPr>
          <a:xfrm>
            <a:off x="240631" y="185525"/>
            <a:ext cx="5956969" cy="35330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dirty="0" err="1"/>
              <a:t>Rezeption</a:t>
            </a:r>
            <a:r>
              <a:rPr lang="en-US" dirty="0"/>
              <a:t> - Server)</a:t>
            </a:r>
          </a:p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new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(9090);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while (true)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FF5358"/>
                </a:solidFill>
              </a:rPr>
              <a:t>Socket s = </a:t>
            </a:r>
            <a:r>
              <a:rPr lang="en-US" dirty="0" err="1">
                <a:solidFill>
                  <a:srgbClr val="FF5358"/>
                </a:solidFill>
              </a:rPr>
              <a:t>serverSocket.accept</a:t>
            </a:r>
            <a:r>
              <a:rPr lang="en-US" dirty="0">
                <a:solidFill>
                  <a:srgbClr val="FF5358"/>
                </a:solidFill>
              </a:rPr>
              <a:t>();</a:t>
            </a:r>
            <a:br>
              <a:rPr lang="en-US" dirty="0"/>
            </a:br>
            <a:r>
              <a:rPr lang="en-US" dirty="0"/>
              <a:t>    (</a:t>
            </a:r>
            <a:r>
              <a:rPr lang="en-US" dirty="0" err="1"/>
              <a:t>anderer</a:t>
            </a:r>
            <a:r>
              <a:rPr lang="en-US" dirty="0"/>
              <a:t> Code </a:t>
            </a:r>
            <a:r>
              <a:rPr lang="en-US" dirty="0" err="1"/>
              <a:t>startet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}</a:t>
            </a:r>
          </a:p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Weiterer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startet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….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132742-0024-148B-3CA0-1C91AEC09E70}"/>
              </a:ext>
            </a:extLst>
          </p:cNvPr>
          <p:cNvSpPr/>
          <p:nvPr/>
        </p:nvSpPr>
        <p:spPr>
          <a:xfrm>
            <a:off x="7158790" y="287793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9CEDD-6442-6248-76E0-B3B3F0B8FBDF}"/>
              </a:ext>
            </a:extLst>
          </p:cNvPr>
          <p:cNvSpPr txBox="1"/>
          <p:nvPr/>
        </p:nvSpPr>
        <p:spPr>
          <a:xfrm>
            <a:off x="7634514" y="5907314"/>
            <a:ext cx="227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3F6A53E-1EFC-78BA-CB5F-B75D72772360}"/>
                  </a:ext>
                </a:extLst>
              </p14:cNvPr>
              <p14:cNvContentPartPr/>
              <p14:nvPr/>
            </p14:nvContentPartPr>
            <p14:xfrm>
              <a:off x="448274" y="1528417"/>
              <a:ext cx="1246320" cy="29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3F6A53E-1EFC-78BA-CB5F-B75D727723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634" y="1420417"/>
                <a:ext cx="135396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8F79DC9-3B8E-0622-6FB7-EACECDA6B90F}"/>
              </a:ext>
            </a:extLst>
          </p:cNvPr>
          <p:cNvGrpSpPr/>
          <p:nvPr/>
        </p:nvGrpSpPr>
        <p:grpSpPr>
          <a:xfrm>
            <a:off x="-11806" y="1485217"/>
            <a:ext cx="480960" cy="966960"/>
            <a:chOff x="-11806" y="1485217"/>
            <a:chExt cx="480960" cy="9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9536F9-6D73-A90E-EA7F-F22B958C4684}"/>
                    </a:ext>
                  </a:extLst>
                </p14:cNvPr>
                <p14:cNvContentPartPr/>
                <p14:nvPr/>
              </p14:nvContentPartPr>
              <p14:xfrm>
                <a:off x="-11806" y="1571977"/>
                <a:ext cx="480960" cy="88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9536F9-6D73-A90E-EA7F-F22B958C46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-29806" y="1553977"/>
                  <a:ext cx="51660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BA2FE6-DC6A-ED3C-22A1-4C28190F52A6}"/>
                    </a:ext>
                  </a:extLst>
                </p14:cNvPr>
                <p14:cNvContentPartPr/>
                <p14:nvPr/>
              </p14:nvContentPartPr>
              <p14:xfrm>
                <a:off x="172514" y="1485217"/>
                <a:ext cx="177120" cy="221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BA2FE6-DC6A-ED3C-22A1-4C28190F52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4874" y="1467217"/>
                  <a:ext cx="212760" cy="257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7C07629-D96C-62FC-20CC-E15F98C637F5}"/>
              </a:ext>
            </a:extLst>
          </p:cNvPr>
          <p:cNvSpPr txBox="1"/>
          <p:nvPr/>
        </p:nvSpPr>
        <p:spPr>
          <a:xfrm>
            <a:off x="4517308" y="2722464"/>
            <a:ext cx="2072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Wartet</a:t>
            </a:r>
            <a:r>
              <a:rPr lang="en-US" b="1" dirty="0">
                <a:solidFill>
                  <a:srgbClr val="FF0000"/>
                </a:solidFill>
              </a:rPr>
              <a:t> auf </a:t>
            </a:r>
            <a:r>
              <a:rPr lang="en-US" b="1" dirty="0" err="1">
                <a:solidFill>
                  <a:srgbClr val="FF0000"/>
                </a:solidFill>
              </a:rPr>
              <a:t>Verbindung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6746FDE-9618-D533-B5A6-353BE7D29B18}"/>
              </a:ext>
            </a:extLst>
          </p:cNvPr>
          <p:cNvGrpSpPr/>
          <p:nvPr/>
        </p:nvGrpSpPr>
        <p:grpSpPr>
          <a:xfrm>
            <a:off x="-50686" y="1496737"/>
            <a:ext cx="520200" cy="981720"/>
            <a:chOff x="-50686" y="1496737"/>
            <a:chExt cx="520200" cy="9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89BFED-17B6-D499-8E50-1A569CAEA23C}"/>
                    </a:ext>
                  </a:extLst>
                </p14:cNvPr>
                <p14:cNvContentPartPr/>
                <p14:nvPr/>
              </p14:nvContentPartPr>
              <p14:xfrm>
                <a:off x="-50686" y="1544617"/>
                <a:ext cx="520200" cy="933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89BFED-17B6-D499-8E50-1A569CAEA2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-68686" y="1526977"/>
                  <a:ext cx="55584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97544EF-3A67-F725-00A5-E821ED5D5A53}"/>
                    </a:ext>
                  </a:extLst>
                </p14:cNvPr>
                <p14:cNvContentPartPr/>
                <p14:nvPr/>
              </p14:nvContentPartPr>
              <p14:xfrm>
                <a:off x="126074" y="1496737"/>
                <a:ext cx="301680" cy="30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97544EF-3A67-F725-00A5-E821ED5D5A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074" y="1478737"/>
                  <a:ext cx="33732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EFBA7A-14F7-3AB5-B970-EAA4FD267568}"/>
              </a:ext>
            </a:extLst>
          </p:cNvPr>
          <p:cNvGrpSpPr/>
          <p:nvPr/>
        </p:nvGrpSpPr>
        <p:grpSpPr>
          <a:xfrm>
            <a:off x="3290474" y="2059417"/>
            <a:ext cx="1422000" cy="645480"/>
            <a:chOff x="3290474" y="2059417"/>
            <a:chExt cx="142200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A955DB7-A74B-6773-5180-EF1952A4E79D}"/>
                    </a:ext>
                  </a:extLst>
                </p14:cNvPr>
                <p14:cNvContentPartPr/>
                <p14:nvPr/>
              </p14:nvContentPartPr>
              <p14:xfrm>
                <a:off x="3375794" y="2133937"/>
                <a:ext cx="1336680" cy="570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A955DB7-A74B-6773-5180-EF1952A4E7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58154" y="2116297"/>
                  <a:ext cx="13723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787806-B85A-37AA-AC89-7463288C6BE6}"/>
                    </a:ext>
                  </a:extLst>
                </p14:cNvPr>
                <p14:cNvContentPartPr/>
                <p14:nvPr/>
              </p14:nvContentPartPr>
              <p14:xfrm>
                <a:off x="3290474" y="2059417"/>
                <a:ext cx="476640" cy="26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787806-B85A-37AA-AC89-7463288C6B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72474" y="2041417"/>
                  <a:ext cx="51228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613AE0B-CC04-CC28-6633-8899592AAFC0}"/>
              </a:ext>
            </a:extLst>
          </p:cNvPr>
          <p:cNvGrpSpPr/>
          <p:nvPr/>
        </p:nvGrpSpPr>
        <p:grpSpPr>
          <a:xfrm>
            <a:off x="-87406" y="1414297"/>
            <a:ext cx="647280" cy="1069920"/>
            <a:chOff x="-87406" y="1414297"/>
            <a:chExt cx="647280" cy="10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A493EDB-E7A4-E05F-4539-23504F1B24AC}"/>
                    </a:ext>
                  </a:extLst>
                </p14:cNvPr>
                <p14:cNvContentPartPr/>
                <p14:nvPr/>
              </p14:nvContentPartPr>
              <p14:xfrm>
                <a:off x="-87406" y="1414297"/>
                <a:ext cx="560520" cy="1069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A493EDB-E7A4-E05F-4539-23504F1B24A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-105406" y="1396297"/>
                  <a:ext cx="596160" cy="11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892804-833E-84C6-4295-AAFDB19A17A6}"/>
                    </a:ext>
                  </a:extLst>
                </p14:cNvPr>
                <p14:cNvContentPartPr/>
                <p14:nvPr/>
              </p14:nvContentPartPr>
              <p14:xfrm>
                <a:off x="115274" y="1487017"/>
                <a:ext cx="444600" cy="272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892804-833E-84C6-4295-AAFDB19A17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634" y="1469377"/>
                  <a:ext cx="480240" cy="30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0B731F7-9D96-C15B-E35D-32292CF8437E}"/>
              </a:ext>
            </a:extLst>
          </p:cNvPr>
          <p:cNvSpPr/>
          <p:nvPr/>
        </p:nvSpPr>
        <p:spPr>
          <a:xfrm>
            <a:off x="10508343" y="185525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2FA118A-1A0C-C371-3505-C4B76221B69D}"/>
              </a:ext>
            </a:extLst>
          </p:cNvPr>
          <p:cNvSpPr/>
          <p:nvPr/>
        </p:nvSpPr>
        <p:spPr>
          <a:xfrm>
            <a:off x="10508342" y="2007868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E833CA2-8835-55CE-28B0-F2F6B726AF72}"/>
              </a:ext>
            </a:extLst>
          </p:cNvPr>
          <p:cNvSpPr/>
          <p:nvPr/>
        </p:nvSpPr>
        <p:spPr>
          <a:xfrm>
            <a:off x="10508343" y="3787926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2183DE22-D4AE-5EF1-392D-523191649039}"/>
              </a:ext>
            </a:extLst>
          </p:cNvPr>
          <p:cNvSpPr/>
          <p:nvPr/>
        </p:nvSpPr>
        <p:spPr>
          <a:xfrm>
            <a:off x="1335314" y="2324377"/>
            <a:ext cx="217715" cy="3164688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7626B1-E0BD-0CC3-99C2-DEFE9F4041D8}"/>
              </a:ext>
            </a:extLst>
          </p:cNvPr>
          <p:cNvSpPr/>
          <p:nvPr/>
        </p:nvSpPr>
        <p:spPr>
          <a:xfrm>
            <a:off x="1694593" y="4862285"/>
            <a:ext cx="3806321" cy="18101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Problem: </a:t>
            </a:r>
          </a:p>
          <a:p>
            <a:pPr algn="ctr"/>
            <a:r>
              <a:rPr lang="en-US" sz="2400" dirty="0"/>
              <a:t>Wie Sorgen </a:t>
            </a:r>
            <a:r>
              <a:rPr lang="en-US" sz="2400" dirty="0" err="1"/>
              <a:t>wir</a:t>
            </a:r>
            <a:r>
              <a:rPr lang="en-US" sz="2400" dirty="0"/>
              <a:t> </a:t>
            </a:r>
            <a:r>
              <a:rPr lang="en-US" sz="2400" dirty="0" err="1"/>
              <a:t>dafür</a:t>
            </a:r>
            <a:r>
              <a:rPr lang="en-US" sz="2400" dirty="0"/>
              <a:t>, </a:t>
            </a:r>
            <a:r>
              <a:rPr lang="en-US" sz="2400" dirty="0" err="1"/>
              <a:t>dass</a:t>
            </a:r>
            <a:r>
              <a:rPr lang="en-US" sz="2400" dirty="0"/>
              <a:t> </a:t>
            </a:r>
            <a:r>
              <a:rPr lang="en-US" sz="2400" dirty="0" err="1"/>
              <a:t>dieser</a:t>
            </a:r>
            <a:r>
              <a:rPr lang="en-US" sz="2400" dirty="0"/>
              <a:t> Code parallel </a:t>
            </a:r>
            <a:r>
              <a:rPr lang="en-US" sz="2400" dirty="0" err="1"/>
              <a:t>laufen</a:t>
            </a:r>
            <a:r>
              <a:rPr lang="en-US" sz="2400" dirty="0"/>
              <a:t> </a:t>
            </a:r>
            <a:r>
              <a:rPr lang="en-US" sz="2400" dirty="0" err="1"/>
              <a:t>kann</a:t>
            </a:r>
            <a:r>
              <a:rPr lang="en-US" sz="2400" dirty="0"/>
              <a:t> ?</a:t>
            </a:r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5361A908-87D8-52DE-E135-C74ECE7F7660}"/>
              </a:ext>
            </a:extLst>
          </p:cNvPr>
          <p:cNvSpPr/>
          <p:nvPr/>
        </p:nvSpPr>
        <p:spPr>
          <a:xfrm rot="2302328">
            <a:off x="7145284" y="2924410"/>
            <a:ext cx="304587" cy="2220685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C474CD-B672-6C51-612F-2597D01A94EC}"/>
              </a:ext>
            </a:extLst>
          </p:cNvPr>
          <p:cNvSpPr/>
          <p:nvPr/>
        </p:nvSpPr>
        <p:spPr>
          <a:xfrm>
            <a:off x="4712475" y="4130592"/>
            <a:ext cx="2446316" cy="111124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Können</a:t>
            </a:r>
            <a:r>
              <a:rPr lang="en-US" sz="2000" dirty="0"/>
              <a:t> so </a:t>
            </a:r>
            <a:r>
              <a:rPr lang="en-US" sz="2000" dirty="0" err="1"/>
              <a:t>garnicht</a:t>
            </a:r>
            <a:r>
              <a:rPr lang="en-US" sz="2000" dirty="0"/>
              <a:t> parallel </a:t>
            </a:r>
            <a:r>
              <a:rPr lang="en-US" sz="2000" dirty="0" err="1"/>
              <a:t>laufen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907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EE24-7799-211A-13F7-7562464A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87679B-D40A-8FBB-55CD-CFBD721D0F51}"/>
              </a:ext>
            </a:extLst>
          </p:cNvPr>
          <p:cNvSpPr/>
          <p:nvPr/>
        </p:nvSpPr>
        <p:spPr>
          <a:xfrm>
            <a:off x="1694593" y="3787926"/>
            <a:ext cx="2601636" cy="6853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THREAD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9D93CE-DEB8-8B02-8BE7-14E9E6B10641}"/>
              </a:ext>
            </a:extLst>
          </p:cNvPr>
          <p:cNvSpPr/>
          <p:nvPr/>
        </p:nvSpPr>
        <p:spPr>
          <a:xfrm>
            <a:off x="7158790" y="3828707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D4795E-D020-2416-F97B-096469B36562}"/>
              </a:ext>
            </a:extLst>
          </p:cNvPr>
          <p:cNvSpPr/>
          <p:nvPr/>
        </p:nvSpPr>
        <p:spPr>
          <a:xfrm>
            <a:off x="7158790" y="2058250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5DC549-10B1-8BB5-874A-D87D7F4F61B8}"/>
              </a:ext>
            </a:extLst>
          </p:cNvPr>
          <p:cNvSpPr/>
          <p:nvPr/>
        </p:nvSpPr>
        <p:spPr>
          <a:xfrm>
            <a:off x="240631" y="185525"/>
            <a:ext cx="5956969" cy="35330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  <a:r>
              <a:rPr lang="en-US" dirty="0" err="1"/>
              <a:t>Rezeption</a:t>
            </a:r>
            <a:r>
              <a:rPr lang="en-US" dirty="0"/>
              <a:t> - Server)</a:t>
            </a:r>
          </a:p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new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ServerSocket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(9090);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while (true)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FF5358"/>
                </a:solidFill>
              </a:rPr>
              <a:t>Socket s = </a:t>
            </a:r>
            <a:r>
              <a:rPr lang="en-US" dirty="0" err="1">
                <a:solidFill>
                  <a:srgbClr val="FF5358"/>
                </a:solidFill>
              </a:rPr>
              <a:t>serverSocket.accept</a:t>
            </a:r>
            <a:r>
              <a:rPr lang="en-US" dirty="0">
                <a:solidFill>
                  <a:srgbClr val="FF5358"/>
                </a:solidFill>
              </a:rPr>
              <a:t>();</a:t>
            </a:r>
            <a:br>
              <a:rPr lang="en-US" dirty="0"/>
            </a:br>
            <a:r>
              <a:rPr lang="en-US" dirty="0"/>
              <a:t>    (</a:t>
            </a:r>
            <a:r>
              <a:rPr lang="en-US" dirty="0" err="1"/>
              <a:t>anderer</a:t>
            </a:r>
            <a:r>
              <a:rPr lang="en-US" dirty="0"/>
              <a:t> Code </a:t>
            </a:r>
            <a:r>
              <a:rPr lang="en-US" dirty="0" err="1"/>
              <a:t>startet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}</a:t>
            </a:r>
          </a:p>
          <a:p>
            <a:pPr algn="ctr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Weiterer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startet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….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87BAC4-EB26-85D9-D56A-A18CA45F6612}"/>
              </a:ext>
            </a:extLst>
          </p:cNvPr>
          <p:cNvSpPr/>
          <p:nvPr/>
        </p:nvSpPr>
        <p:spPr>
          <a:xfrm>
            <a:off x="7158790" y="287793"/>
            <a:ext cx="4487778" cy="16603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(Kunde – Client)</a:t>
            </a:r>
          </a:p>
          <a:p>
            <a:pPr algn="ctr"/>
            <a:r>
              <a:rPr lang="en-US" dirty="0">
                <a:solidFill>
                  <a:srgbClr val="FF5358"/>
                </a:solidFill>
              </a:rPr>
              <a:t>Socket s = new Socket("localhost", 9090)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530F1A-7202-419E-7307-9BDBF51F533B}"/>
              </a:ext>
            </a:extLst>
          </p:cNvPr>
          <p:cNvSpPr txBox="1"/>
          <p:nvPr/>
        </p:nvSpPr>
        <p:spPr>
          <a:xfrm>
            <a:off x="7634514" y="5907314"/>
            <a:ext cx="227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4437B4B-2D4B-C89E-0F81-6D19D30F4BAD}"/>
                  </a:ext>
                </a:extLst>
              </p14:cNvPr>
              <p14:cNvContentPartPr/>
              <p14:nvPr/>
            </p14:nvContentPartPr>
            <p14:xfrm>
              <a:off x="448274" y="1528417"/>
              <a:ext cx="1246320" cy="29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4437B4B-2D4B-C89E-0F81-6D19D30F4B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634" y="1420417"/>
                <a:ext cx="135396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7EEC824-3BE0-CA4D-DDB7-26213434496E}"/>
              </a:ext>
            </a:extLst>
          </p:cNvPr>
          <p:cNvGrpSpPr/>
          <p:nvPr/>
        </p:nvGrpSpPr>
        <p:grpSpPr>
          <a:xfrm>
            <a:off x="-11806" y="1485217"/>
            <a:ext cx="480960" cy="966960"/>
            <a:chOff x="-11806" y="1485217"/>
            <a:chExt cx="480960" cy="9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5E662B-1A70-ED99-A58B-F1FA18C9C97F}"/>
                    </a:ext>
                  </a:extLst>
                </p14:cNvPr>
                <p14:cNvContentPartPr/>
                <p14:nvPr/>
              </p14:nvContentPartPr>
              <p14:xfrm>
                <a:off x="-11806" y="1571977"/>
                <a:ext cx="480960" cy="880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5E662B-1A70-ED99-A58B-F1FA18C9C9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-29806" y="1553977"/>
                  <a:ext cx="51660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8B6FBA-77BB-A52D-9E5D-4C7C0AC4B66D}"/>
                    </a:ext>
                  </a:extLst>
                </p14:cNvPr>
                <p14:cNvContentPartPr/>
                <p14:nvPr/>
              </p14:nvContentPartPr>
              <p14:xfrm>
                <a:off x="172514" y="1485217"/>
                <a:ext cx="177120" cy="221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8B6FBA-77BB-A52D-9E5D-4C7C0AC4B6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4874" y="1467217"/>
                  <a:ext cx="212760" cy="257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1727E9F-B70F-1DD3-C406-B13540F9825D}"/>
              </a:ext>
            </a:extLst>
          </p:cNvPr>
          <p:cNvSpPr txBox="1"/>
          <p:nvPr/>
        </p:nvSpPr>
        <p:spPr>
          <a:xfrm>
            <a:off x="4517308" y="2722464"/>
            <a:ext cx="2072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Wartet</a:t>
            </a:r>
            <a:r>
              <a:rPr lang="en-US" b="1" dirty="0">
                <a:solidFill>
                  <a:srgbClr val="FF0000"/>
                </a:solidFill>
              </a:rPr>
              <a:t> auf </a:t>
            </a:r>
            <a:r>
              <a:rPr lang="en-US" b="1" dirty="0" err="1">
                <a:solidFill>
                  <a:srgbClr val="FF0000"/>
                </a:solidFill>
              </a:rPr>
              <a:t>Verbindung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2EDFF8-5F77-E535-846B-893E5F91C92A}"/>
              </a:ext>
            </a:extLst>
          </p:cNvPr>
          <p:cNvGrpSpPr/>
          <p:nvPr/>
        </p:nvGrpSpPr>
        <p:grpSpPr>
          <a:xfrm>
            <a:off x="-50686" y="1496737"/>
            <a:ext cx="520200" cy="981720"/>
            <a:chOff x="-50686" y="1496737"/>
            <a:chExt cx="520200" cy="9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9B5CFF-B2F4-6A6B-1269-526C297DAC07}"/>
                    </a:ext>
                  </a:extLst>
                </p14:cNvPr>
                <p14:cNvContentPartPr/>
                <p14:nvPr/>
              </p14:nvContentPartPr>
              <p14:xfrm>
                <a:off x="-50686" y="1544617"/>
                <a:ext cx="520200" cy="933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9B5CFF-B2F4-6A6B-1269-526C297DAC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-68686" y="1526977"/>
                  <a:ext cx="555840" cy="9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193C47-DAA6-E879-8D1D-539CF661CD03}"/>
                    </a:ext>
                  </a:extLst>
                </p14:cNvPr>
                <p14:cNvContentPartPr/>
                <p14:nvPr/>
              </p14:nvContentPartPr>
              <p14:xfrm>
                <a:off x="126074" y="1496737"/>
                <a:ext cx="301680" cy="308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193C47-DAA6-E879-8D1D-539CF661CD0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074" y="1478737"/>
                  <a:ext cx="33732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16E84A-EB80-59E3-32BE-52308297B9E2}"/>
              </a:ext>
            </a:extLst>
          </p:cNvPr>
          <p:cNvGrpSpPr/>
          <p:nvPr/>
        </p:nvGrpSpPr>
        <p:grpSpPr>
          <a:xfrm>
            <a:off x="3290474" y="2059417"/>
            <a:ext cx="1422000" cy="645480"/>
            <a:chOff x="3290474" y="2059417"/>
            <a:chExt cx="142200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B6B844-7513-BA36-1478-6E4ACA6496D1}"/>
                    </a:ext>
                  </a:extLst>
                </p14:cNvPr>
                <p14:cNvContentPartPr/>
                <p14:nvPr/>
              </p14:nvContentPartPr>
              <p14:xfrm>
                <a:off x="3375794" y="2133937"/>
                <a:ext cx="1336680" cy="570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B6B844-7513-BA36-1478-6E4ACA6496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58154" y="2116297"/>
                  <a:ext cx="137232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4B163B5-0BD4-67D3-0898-0CAF2CAD6F85}"/>
                    </a:ext>
                  </a:extLst>
                </p14:cNvPr>
                <p14:cNvContentPartPr/>
                <p14:nvPr/>
              </p14:nvContentPartPr>
              <p14:xfrm>
                <a:off x="3290474" y="2059417"/>
                <a:ext cx="476640" cy="26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4B163B5-0BD4-67D3-0898-0CAF2CAD6F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72474" y="2041417"/>
                  <a:ext cx="51228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93F3F5-A785-64E2-794F-F285628A935B}"/>
              </a:ext>
            </a:extLst>
          </p:cNvPr>
          <p:cNvGrpSpPr/>
          <p:nvPr/>
        </p:nvGrpSpPr>
        <p:grpSpPr>
          <a:xfrm>
            <a:off x="-87406" y="1414297"/>
            <a:ext cx="647280" cy="1069920"/>
            <a:chOff x="-87406" y="1414297"/>
            <a:chExt cx="647280" cy="10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06A31E6-6867-4BFB-1220-3D2640055590}"/>
                    </a:ext>
                  </a:extLst>
                </p14:cNvPr>
                <p14:cNvContentPartPr/>
                <p14:nvPr/>
              </p14:nvContentPartPr>
              <p14:xfrm>
                <a:off x="-87406" y="1414297"/>
                <a:ext cx="560520" cy="1069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06A31E6-6867-4BFB-1220-3D26400555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-105406" y="1396297"/>
                  <a:ext cx="596160" cy="11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F81181-ABD8-DBD7-B9F8-6A57C0360248}"/>
                    </a:ext>
                  </a:extLst>
                </p14:cNvPr>
                <p14:cNvContentPartPr/>
                <p14:nvPr/>
              </p14:nvContentPartPr>
              <p14:xfrm>
                <a:off x="115274" y="1487017"/>
                <a:ext cx="444600" cy="272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F81181-ABD8-DBD7-B9F8-6A57C036024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634" y="1469377"/>
                  <a:ext cx="480240" cy="30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A9FA125-3CB8-801B-B03A-0C956A84C1DC}"/>
              </a:ext>
            </a:extLst>
          </p:cNvPr>
          <p:cNvSpPr/>
          <p:nvPr/>
        </p:nvSpPr>
        <p:spPr>
          <a:xfrm>
            <a:off x="10508343" y="185525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833B483-956D-23C5-AD70-2EAD8EF716A1}"/>
              </a:ext>
            </a:extLst>
          </p:cNvPr>
          <p:cNvSpPr/>
          <p:nvPr/>
        </p:nvSpPr>
        <p:spPr>
          <a:xfrm>
            <a:off x="10508342" y="2007868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54763FC-59ED-E370-C0AD-70B193F8622E}"/>
              </a:ext>
            </a:extLst>
          </p:cNvPr>
          <p:cNvSpPr/>
          <p:nvPr/>
        </p:nvSpPr>
        <p:spPr>
          <a:xfrm>
            <a:off x="10508343" y="3787926"/>
            <a:ext cx="1494971" cy="6853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läuft</a:t>
            </a:r>
            <a:endParaRPr lang="en-US" dirty="0"/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DE1B5D27-8051-8F52-7AC2-E9E8E48A3611}"/>
              </a:ext>
            </a:extLst>
          </p:cNvPr>
          <p:cNvSpPr/>
          <p:nvPr/>
        </p:nvSpPr>
        <p:spPr>
          <a:xfrm rot="20865399">
            <a:off x="1474791" y="2251959"/>
            <a:ext cx="419212" cy="1855281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D92F74-7610-5430-DCA6-62ED64C5E50D}"/>
              </a:ext>
            </a:extLst>
          </p:cNvPr>
          <p:cNvSpPr/>
          <p:nvPr/>
        </p:nvSpPr>
        <p:spPr>
          <a:xfrm>
            <a:off x="1694593" y="4862285"/>
            <a:ext cx="3806321" cy="18101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Problem: </a:t>
            </a:r>
          </a:p>
          <a:p>
            <a:pPr algn="ctr"/>
            <a:r>
              <a:rPr lang="en-US" sz="2400" dirty="0"/>
              <a:t>Wie Sorgen </a:t>
            </a:r>
            <a:r>
              <a:rPr lang="en-US" sz="2400" dirty="0" err="1"/>
              <a:t>wir</a:t>
            </a:r>
            <a:r>
              <a:rPr lang="en-US" sz="2400" dirty="0"/>
              <a:t> </a:t>
            </a:r>
            <a:r>
              <a:rPr lang="en-US" sz="2400" dirty="0" err="1"/>
              <a:t>dafür</a:t>
            </a:r>
            <a:r>
              <a:rPr lang="en-US" sz="2400" dirty="0"/>
              <a:t>, </a:t>
            </a:r>
            <a:r>
              <a:rPr lang="en-US" sz="2400" dirty="0" err="1"/>
              <a:t>dass</a:t>
            </a:r>
            <a:r>
              <a:rPr lang="en-US" sz="2400" dirty="0"/>
              <a:t> </a:t>
            </a:r>
            <a:r>
              <a:rPr lang="en-US" sz="2400" dirty="0" err="1"/>
              <a:t>dieser</a:t>
            </a:r>
            <a:r>
              <a:rPr lang="en-US" sz="2400" dirty="0"/>
              <a:t> Code parallel </a:t>
            </a:r>
            <a:r>
              <a:rPr lang="en-US" sz="2400" dirty="0" err="1"/>
              <a:t>laufen</a:t>
            </a:r>
            <a:r>
              <a:rPr lang="en-US" sz="2400" dirty="0"/>
              <a:t> </a:t>
            </a:r>
            <a:r>
              <a:rPr lang="en-US" sz="2400" dirty="0" err="1"/>
              <a:t>kann</a:t>
            </a:r>
            <a:r>
              <a:rPr lang="en-US" sz="2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19870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9BD3-B911-A78A-74D0-FFFB15E8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9C51-5BD0-F9CF-716D-781AD296F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 descr="A close-up of a computer program&#10;&#10;AI-generated content may be incorrect.">
            <a:extLst>
              <a:ext uri="{FF2B5EF4-FFF2-40B4-BE49-F238E27FC236}">
                <a16:creationId xmlns:a16="http://schemas.microsoft.com/office/drawing/2014/main" id="{35BEB007-3E79-D572-57F6-77337251E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25" y="792956"/>
            <a:ext cx="11614750" cy="527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43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8110-6D55-D240-757A-4A2F2A88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D67D566-5F2E-2BD1-7106-084244EB7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980" y="271480"/>
            <a:ext cx="9549822" cy="631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525A871-6525-9DA6-FC4B-A8FA1C535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495" y="277152"/>
            <a:ext cx="7770205" cy="63036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1788C5B-711C-B8DE-487B-9FCBDD487818}"/>
                  </a:ext>
                </a:extLst>
              </p14:cNvPr>
              <p14:cNvContentPartPr/>
              <p14:nvPr/>
            </p14:nvContentPartPr>
            <p14:xfrm>
              <a:off x="6397315" y="1519883"/>
              <a:ext cx="1170000" cy="423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1788C5B-711C-B8DE-487B-9FCBDD4878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9675" y="1501883"/>
                <a:ext cx="120564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3AA35A6-70CD-C16E-CFB1-991638394531}"/>
                  </a:ext>
                </a:extLst>
              </p14:cNvPr>
              <p14:cNvContentPartPr/>
              <p14:nvPr/>
            </p14:nvContentPartPr>
            <p14:xfrm>
              <a:off x="6334315" y="5617043"/>
              <a:ext cx="574560" cy="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3AA35A6-70CD-C16E-CFB1-9916383945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6315" y="5599043"/>
                <a:ext cx="610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CF15917-3E47-BDD6-1581-0801A1BFE200}"/>
                  </a:ext>
                </a:extLst>
              </p14:cNvPr>
              <p14:cNvContentPartPr/>
              <p14:nvPr/>
            </p14:nvContentPartPr>
            <p14:xfrm>
              <a:off x="5949115" y="2264003"/>
              <a:ext cx="481320" cy="18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CF15917-3E47-BDD6-1581-0801A1BFE2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31475" y="2246003"/>
                <a:ext cx="5169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CAA5C2FB-C496-F21D-4D0A-E00446E2E11E}"/>
              </a:ext>
            </a:extLst>
          </p:cNvPr>
          <p:cNvGrpSpPr/>
          <p:nvPr/>
        </p:nvGrpSpPr>
        <p:grpSpPr>
          <a:xfrm>
            <a:off x="6514675" y="2446477"/>
            <a:ext cx="704880" cy="347760"/>
            <a:chOff x="6514675" y="2446477"/>
            <a:chExt cx="70488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6F66957-EFB5-1BA9-995D-278F97E413F7}"/>
                    </a:ext>
                  </a:extLst>
                </p14:cNvPr>
                <p14:cNvContentPartPr/>
                <p14:nvPr/>
              </p14:nvContentPartPr>
              <p14:xfrm>
                <a:off x="6540235" y="2660317"/>
                <a:ext cx="36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6F66957-EFB5-1BA9-995D-278F97E413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22235" y="26426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07816F4-A97A-83A5-BFBD-F3E6A0C765B6}"/>
                    </a:ext>
                  </a:extLst>
                </p14:cNvPr>
                <p14:cNvContentPartPr/>
                <p14:nvPr/>
              </p14:nvContentPartPr>
              <p14:xfrm>
                <a:off x="6545275" y="2656357"/>
                <a:ext cx="674280" cy="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07816F4-A97A-83A5-BFBD-F3E6A0C765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27635" y="2638357"/>
                  <a:ext cx="709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909BF13-FBAF-A7BD-F3F4-A103854867A9}"/>
                    </a:ext>
                  </a:extLst>
                </p14:cNvPr>
                <p14:cNvContentPartPr/>
                <p14:nvPr/>
              </p14:nvContentPartPr>
              <p14:xfrm>
                <a:off x="6514675" y="2446477"/>
                <a:ext cx="358200" cy="347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909BF13-FBAF-A7BD-F3F4-A103854867A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97035" y="2428477"/>
                  <a:ext cx="39384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8A795D6-F374-F17E-AC8E-89187886E2D4}"/>
              </a:ext>
            </a:extLst>
          </p:cNvPr>
          <p:cNvGrpSpPr/>
          <p:nvPr/>
        </p:nvGrpSpPr>
        <p:grpSpPr>
          <a:xfrm>
            <a:off x="6631315" y="5254477"/>
            <a:ext cx="483840" cy="191880"/>
            <a:chOff x="6631315" y="5254477"/>
            <a:chExt cx="4838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07AC67A-9B6D-4862-8EC2-5D1DC7A70769}"/>
                    </a:ext>
                  </a:extLst>
                </p14:cNvPr>
                <p14:cNvContentPartPr/>
                <p14:nvPr/>
              </p14:nvContentPartPr>
              <p14:xfrm>
                <a:off x="6635635" y="5336557"/>
                <a:ext cx="479520" cy="7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07AC67A-9B6D-4862-8EC2-5D1DC7A7076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17995" y="5318917"/>
                  <a:ext cx="515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26A3056-D920-6D7F-DF9D-E098E4F169A3}"/>
                    </a:ext>
                  </a:extLst>
                </p14:cNvPr>
                <p14:cNvContentPartPr/>
                <p14:nvPr/>
              </p14:nvContentPartPr>
              <p14:xfrm>
                <a:off x="6631315" y="5254477"/>
                <a:ext cx="174600" cy="191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6A3056-D920-6D7F-DF9D-E098E4F169A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13675" y="5236477"/>
                  <a:ext cx="210240" cy="22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657A81E-4A07-F20A-FF87-416C350C647F}"/>
                  </a:ext>
                </a:extLst>
              </p14:cNvPr>
              <p14:cNvContentPartPr/>
              <p14:nvPr/>
            </p14:nvContentPartPr>
            <p14:xfrm>
              <a:off x="4858675" y="5712037"/>
              <a:ext cx="653760" cy="27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657A81E-4A07-F20A-FF87-416C350C647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40675" y="5694397"/>
                <a:ext cx="6894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2001251-7E9E-85DD-6F05-850E9F0AA588}"/>
                  </a:ext>
                </a:extLst>
              </p14:cNvPr>
              <p14:cNvContentPartPr/>
              <p14:nvPr/>
            </p14:nvContentPartPr>
            <p14:xfrm>
              <a:off x="4308235" y="3414157"/>
              <a:ext cx="262800" cy="25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2001251-7E9E-85DD-6F05-850E9F0AA58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90235" y="3396157"/>
                <a:ext cx="2984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8A1D714-E2F7-F1DA-D40A-A3EAAEFB8429}"/>
                  </a:ext>
                </a:extLst>
              </p14:cNvPr>
              <p14:cNvContentPartPr/>
              <p14:nvPr/>
            </p14:nvContentPartPr>
            <p14:xfrm>
              <a:off x="4986115" y="4521877"/>
              <a:ext cx="738720" cy="201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8A1D714-E2F7-F1DA-D40A-A3EAAEFB842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968115" y="4503877"/>
                <a:ext cx="7743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86167AD-BFF8-F418-B479-F4FCF30303E2}"/>
                  </a:ext>
                </a:extLst>
              </p14:cNvPr>
              <p14:cNvContentPartPr/>
              <p14:nvPr/>
            </p14:nvContentPartPr>
            <p14:xfrm>
              <a:off x="4749595" y="3977557"/>
              <a:ext cx="550800" cy="2401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86167AD-BFF8-F418-B479-F4FCF30303E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31595" y="3959557"/>
                <a:ext cx="58644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A45B251-156B-5ADD-39E7-CD14B9FD9B2B}"/>
              </a:ext>
            </a:extLst>
          </p:cNvPr>
          <p:cNvGrpSpPr/>
          <p:nvPr/>
        </p:nvGrpSpPr>
        <p:grpSpPr>
          <a:xfrm>
            <a:off x="6103195" y="4202557"/>
            <a:ext cx="249840" cy="349560"/>
            <a:chOff x="6103195" y="4202557"/>
            <a:chExt cx="24984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0373754-0DC8-6351-975D-18685911D379}"/>
                    </a:ext>
                  </a:extLst>
                </p14:cNvPr>
                <p14:cNvContentPartPr/>
                <p14:nvPr/>
              </p14:nvContentPartPr>
              <p14:xfrm>
                <a:off x="6199315" y="4208317"/>
                <a:ext cx="120600" cy="343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0373754-0DC8-6351-975D-18685911D37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81315" y="4190677"/>
                  <a:ext cx="1562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CAEB024-9D55-A03A-48CB-F46D78711ADA}"/>
                    </a:ext>
                  </a:extLst>
                </p14:cNvPr>
                <p14:cNvContentPartPr/>
                <p14:nvPr/>
              </p14:nvContentPartPr>
              <p14:xfrm>
                <a:off x="6103195" y="4202557"/>
                <a:ext cx="249840" cy="142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CAEB024-9D55-A03A-48CB-F46D78711AD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85195" y="4184917"/>
                  <a:ext cx="285480" cy="17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C2276B6-AB92-19B1-FDFA-E809DDDB5048}"/>
                  </a:ext>
                </a:extLst>
              </p14:cNvPr>
              <p14:cNvContentPartPr/>
              <p14:nvPr/>
            </p14:nvContentPartPr>
            <p14:xfrm>
              <a:off x="4570675" y="1935277"/>
              <a:ext cx="1257480" cy="320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C2276B6-AB92-19B1-FDFA-E809DDDB504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53035" y="1917637"/>
                <a:ext cx="1293120" cy="6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6099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592E-53BE-759D-2A94-768FE363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Content Placeholder 4" descr="A computer code on a white sheet&#10;&#10;AI-generated content may be incorrect.">
            <a:extLst>
              <a:ext uri="{FF2B5EF4-FFF2-40B4-BE49-F238E27FC236}">
                <a16:creationId xmlns:a16="http://schemas.microsoft.com/office/drawing/2014/main" id="{E30EE3F4-5E9C-0759-35D3-2D6893846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8707"/>
          <a:stretch>
            <a:fillRect/>
          </a:stretch>
        </p:blipFill>
        <p:spPr>
          <a:xfrm>
            <a:off x="2592034" y="1559052"/>
            <a:ext cx="7007931" cy="54196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B5C2BA-1D07-D1C7-BDAD-CA0858EC536E}"/>
                  </a:ext>
                </a:extLst>
              </p14:cNvPr>
              <p14:cNvContentPartPr/>
              <p14:nvPr/>
            </p14:nvContentPartPr>
            <p14:xfrm>
              <a:off x="3172160" y="289596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8B5C2BA-1D07-D1C7-BDAD-CA0858EC53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6040" y="288984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Content Placeholder 4" descr="A computer code on a white sheet&#10;&#10;AI-generated content may be incorrect.">
            <a:extLst>
              <a:ext uri="{FF2B5EF4-FFF2-40B4-BE49-F238E27FC236}">
                <a16:creationId xmlns:a16="http://schemas.microsoft.com/office/drawing/2014/main" id="{08789983-F4A2-E1E1-B67C-D440F54470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140"/>
          <a:stretch>
            <a:fillRect/>
          </a:stretch>
        </p:blipFill>
        <p:spPr>
          <a:xfrm>
            <a:off x="1603905" y="-43378"/>
            <a:ext cx="9431129" cy="160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01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A4D6390-71A5-0DC4-4196-5A4B14A1A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036"/>
            <a:ext cx="7567863" cy="6708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D99DBB35-0B5C-1E7F-60E1-EEE236857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091" y="62036"/>
            <a:ext cx="4920909" cy="3186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1AF96136-7A6D-CA23-55B6-D453F2B84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034" y="3494714"/>
            <a:ext cx="5921966" cy="32757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7FF6933B-1DE0-6569-1984-CBAD4AF717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0232"/>
          <a:stretch>
            <a:fillRect/>
          </a:stretch>
        </p:blipFill>
        <p:spPr>
          <a:xfrm>
            <a:off x="9911012" y="3828835"/>
            <a:ext cx="2144629" cy="26074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81EEF2B9-6E1A-D4C0-265C-398E68B4FA35}"/>
              </a:ext>
            </a:extLst>
          </p:cNvPr>
          <p:cNvSpPr/>
          <p:nvPr/>
        </p:nvSpPr>
        <p:spPr>
          <a:xfrm rot="11991438">
            <a:off x="2801334" y="2986633"/>
            <a:ext cx="4253216" cy="12814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592E15-B92F-E823-C269-97C178FC489D}"/>
              </a:ext>
            </a:extLst>
          </p:cNvPr>
          <p:cNvSpPr txBox="1"/>
          <p:nvPr/>
        </p:nvSpPr>
        <p:spPr>
          <a:xfrm>
            <a:off x="3380873" y="1489879"/>
            <a:ext cx="166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f.a</a:t>
            </a:r>
            <a:r>
              <a:rPr lang="en-US" dirty="0">
                <a:solidFill>
                  <a:srgbClr val="FF0000"/>
                </a:solidFill>
              </a:rPr>
              <a:t> = 3;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FA2B25-E3D4-8C5A-8D3B-AD3CF96987DA}"/>
              </a:ext>
            </a:extLst>
          </p:cNvPr>
          <p:cNvSpPr txBox="1"/>
          <p:nvPr/>
        </p:nvSpPr>
        <p:spPr>
          <a:xfrm>
            <a:off x="4722105" y="1489879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f.b</a:t>
            </a:r>
            <a:r>
              <a:rPr lang="en-US" dirty="0">
                <a:solidFill>
                  <a:srgbClr val="FF0000"/>
                </a:solidFill>
              </a:rPr>
              <a:t> = 2;</a:t>
            </a:r>
          </a:p>
        </p:txBody>
      </p:sp>
      <p:sp>
        <p:nvSpPr>
          <p:cNvPr id="17" name="Left Arrow 16">
            <a:extLst>
              <a:ext uri="{FF2B5EF4-FFF2-40B4-BE49-F238E27FC236}">
                <a16:creationId xmlns:a16="http://schemas.microsoft.com/office/drawing/2014/main" id="{45EC95FC-AAA5-C4BA-0292-23BC5F1BBAC3}"/>
              </a:ext>
            </a:extLst>
          </p:cNvPr>
          <p:cNvSpPr/>
          <p:nvPr/>
        </p:nvSpPr>
        <p:spPr>
          <a:xfrm rot="771831" flipV="1">
            <a:off x="2242024" y="3693064"/>
            <a:ext cx="4960162" cy="169619"/>
          </a:xfrm>
          <a:prstGeom prst="lef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76C46B75-75BF-77DE-39C9-477743B4F537}"/>
              </a:ext>
            </a:extLst>
          </p:cNvPr>
          <p:cNvSpPr/>
          <p:nvPr/>
        </p:nvSpPr>
        <p:spPr>
          <a:xfrm rot="20641741">
            <a:off x="1936793" y="5487016"/>
            <a:ext cx="5278399" cy="183633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D0797406-9032-85EB-E9E6-62B32832CB56}"/>
              </a:ext>
            </a:extLst>
          </p:cNvPr>
          <p:cNvSpPr/>
          <p:nvPr/>
        </p:nvSpPr>
        <p:spPr>
          <a:xfrm rot="20088204">
            <a:off x="2145159" y="1238124"/>
            <a:ext cx="1215189" cy="1664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5A978C-190D-B567-416C-59F39ED65ACE}"/>
              </a:ext>
            </a:extLst>
          </p:cNvPr>
          <p:cNvSpPr txBox="1"/>
          <p:nvPr/>
        </p:nvSpPr>
        <p:spPr>
          <a:xfrm>
            <a:off x="3280099" y="850707"/>
            <a:ext cx="117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 = ++c;</a:t>
            </a:r>
          </a:p>
          <a:p>
            <a:r>
              <a:rPr lang="en-US" dirty="0">
                <a:solidFill>
                  <a:schemeClr val="bg1"/>
                </a:solidFill>
              </a:rPr>
              <a:t>c = 7;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13755B-B595-83F6-E5A6-E4CF5921255C}"/>
              </a:ext>
            </a:extLst>
          </p:cNvPr>
          <p:cNvSpPr txBox="1"/>
          <p:nvPr/>
        </p:nvSpPr>
        <p:spPr>
          <a:xfrm>
            <a:off x="3380873" y="1782233"/>
            <a:ext cx="1172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f.a</a:t>
            </a:r>
            <a:r>
              <a:rPr lang="en-US" dirty="0">
                <a:solidFill>
                  <a:srgbClr val="7030A0"/>
                </a:solidFill>
              </a:rPr>
              <a:t> = 2;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D43935-573F-CDFE-70CF-EE9535B44595}"/>
              </a:ext>
            </a:extLst>
          </p:cNvPr>
          <p:cNvSpPr txBox="1"/>
          <p:nvPr/>
        </p:nvSpPr>
        <p:spPr>
          <a:xfrm>
            <a:off x="3380873" y="2083413"/>
            <a:ext cx="1172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f.a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42;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0519A8-AE0D-7009-D723-96AF564AFF48}"/>
              </a:ext>
            </a:extLst>
          </p:cNvPr>
          <p:cNvSpPr txBox="1"/>
          <p:nvPr/>
        </p:nvSpPr>
        <p:spPr>
          <a:xfrm>
            <a:off x="4722105" y="1763621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f.b</a:t>
            </a:r>
            <a:r>
              <a:rPr lang="en-US" dirty="0">
                <a:solidFill>
                  <a:srgbClr val="7030A0"/>
                </a:solidFill>
              </a:rPr>
              <a:t> = 3;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D8CC59-C6E1-D44D-0EF6-5C9BD449C0A8}"/>
              </a:ext>
            </a:extLst>
          </p:cNvPr>
          <p:cNvSpPr txBox="1"/>
          <p:nvPr/>
        </p:nvSpPr>
        <p:spPr>
          <a:xfrm>
            <a:off x="4739638" y="2071381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f.b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 7;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F11FF08-CC9F-6ACB-1E41-2EA771A3B64F}"/>
                  </a:ext>
                </a:extLst>
              </p14:cNvPr>
              <p14:cNvContentPartPr/>
              <p14:nvPr/>
            </p14:nvContentPartPr>
            <p14:xfrm>
              <a:off x="7243787" y="3819884"/>
              <a:ext cx="466920" cy="126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F11FF08-CC9F-6ACB-1E41-2EA771A3B6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90147" y="3711884"/>
                <a:ext cx="5745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90C9DCA-E3BF-5488-DA80-29D026D1D3B9}"/>
                  </a:ext>
                </a:extLst>
              </p14:cNvPr>
              <p14:cNvContentPartPr/>
              <p14:nvPr/>
            </p14:nvContentPartPr>
            <p14:xfrm>
              <a:off x="7260707" y="4440164"/>
              <a:ext cx="11304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90C9DCA-E3BF-5488-DA80-29D026D1D3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07067" y="4332164"/>
                <a:ext cx="220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99089D4-0BFD-AC87-6027-705B30DD5F16}"/>
                  </a:ext>
                </a:extLst>
              </p14:cNvPr>
              <p14:cNvContentPartPr/>
              <p14:nvPr/>
            </p14:nvContentPartPr>
            <p14:xfrm>
              <a:off x="7224707" y="4831124"/>
              <a:ext cx="13284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99089D4-0BFD-AC87-6027-705B30DD5F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71067" y="4723484"/>
                <a:ext cx="2404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B136F83C-33E4-33BB-02F8-AED2B3DA9BE8}"/>
              </a:ext>
            </a:extLst>
          </p:cNvPr>
          <p:cNvSpPr txBox="1"/>
          <p:nvPr/>
        </p:nvSpPr>
        <p:spPr>
          <a:xfrm>
            <a:off x="10858856" y="4395050"/>
            <a:ext cx="72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8C69D5-FE61-1174-972F-9E50F00A0AC2}"/>
              </a:ext>
            </a:extLst>
          </p:cNvPr>
          <p:cNvSpPr txBox="1"/>
          <p:nvPr/>
        </p:nvSpPr>
        <p:spPr>
          <a:xfrm>
            <a:off x="10839558" y="5145931"/>
            <a:ext cx="947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2D35247-0D7E-0AA1-9008-84B629183428}"/>
                  </a:ext>
                </a:extLst>
              </p14:cNvPr>
              <p14:cNvContentPartPr/>
              <p14:nvPr/>
            </p14:nvContentPartPr>
            <p14:xfrm>
              <a:off x="748307" y="6398924"/>
              <a:ext cx="775440" cy="244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2D35247-0D7E-0AA1-9008-84B6291834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4307" y="6290924"/>
                <a:ext cx="8830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0E21ABB-3376-B87B-7766-F31384D8A889}"/>
                  </a:ext>
                </a:extLst>
              </p14:cNvPr>
              <p14:cNvContentPartPr/>
              <p14:nvPr/>
            </p14:nvContentPartPr>
            <p14:xfrm>
              <a:off x="7499747" y="4741124"/>
              <a:ext cx="988200" cy="60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0E21ABB-3376-B87B-7766-F31384D8A8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45747" y="4633124"/>
                <a:ext cx="10958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1896DDD-A54D-D289-B5EF-FCA8C19835FC}"/>
                  </a:ext>
                </a:extLst>
              </p14:cNvPr>
              <p14:cNvContentPartPr/>
              <p14:nvPr/>
            </p14:nvContentPartPr>
            <p14:xfrm>
              <a:off x="7492547" y="4986644"/>
              <a:ext cx="1055160" cy="8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1896DDD-A54D-D289-B5EF-FCA8C19835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38907" y="4879004"/>
                <a:ext cx="11628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51304E3-5039-F6AE-2C9E-968FFE734B51}"/>
                  </a:ext>
                </a:extLst>
              </p14:cNvPr>
              <p14:cNvContentPartPr/>
              <p14:nvPr/>
            </p14:nvContentPartPr>
            <p14:xfrm>
              <a:off x="7504067" y="5421524"/>
              <a:ext cx="1023480" cy="30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51304E3-5039-F6AE-2C9E-968FFE734B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50427" y="5313524"/>
                <a:ext cx="11311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45C2678-072D-1560-2761-5F75D508EEB7}"/>
                  </a:ext>
                </a:extLst>
              </p14:cNvPr>
              <p14:cNvContentPartPr/>
              <p14:nvPr/>
            </p14:nvContentPartPr>
            <p14:xfrm>
              <a:off x="1159427" y="1698044"/>
              <a:ext cx="545040" cy="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45C2678-072D-1560-2761-5F75D508EE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05787" y="1590044"/>
                <a:ext cx="6526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395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  <p:bldP spid="17" grpId="0" animBg="1"/>
      <p:bldP spid="18" grpId="0" animBg="1"/>
      <p:bldP spid="19" grpId="0" animBg="1"/>
      <p:bldP spid="20" grpId="0"/>
      <p:bldP spid="22" grpId="0"/>
      <p:bldP spid="24" grpId="0"/>
      <p:bldP spid="28" grpId="0"/>
      <p:bldP spid="33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D273-F194-AE3E-8F07-9BE9C81D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FF829A2-4131-00B0-9E0A-A0F9FFD3A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036"/>
            <a:ext cx="7567863" cy="6708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9D6CB495-C3C5-A983-42B1-558E4BD58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34" y="3494714"/>
            <a:ext cx="5921966" cy="32757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147DED-AF63-754B-848D-F916C2545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527" y="4154668"/>
            <a:ext cx="1981200" cy="1955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7FB290C0-24DE-5A20-D2B8-FA5F57B48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091" y="62036"/>
            <a:ext cx="4920909" cy="3186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E2FFA4C1-6091-CF16-7159-344ABEE4E23B}"/>
              </a:ext>
            </a:extLst>
          </p:cNvPr>
          <p:cNvSpPr/>
          <p:nvPr/>
        </p:nvSpPr>
        <p:spPr>
          <a:xfrm rot="11991438">
            <a:off x="2794302" y="3178516"/>
            <a:ext cx="4253216" cy="12814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524750-BFC3-2E4B-CBD4-995BDB94EA80}"/>
              </a:ext>
            </a:extLst>
          </p:cNvPr>
          <p:cNvSpPr txBox="1"/>
          <p:nvPr/>
        </p:nvSpPr>
        <p:spPr>
          <a:xfrm>
            <a:off x="3380873" y="1489879"/>
            <a:ext cx="166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f2.a = 5;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BABA9-D379-0B8D-6EFF-C056B367AF10}"/>
              </a:ext>
            </a:extLst>
          </p:cNvPr>
          <p:cNvSpPr txBox="1"/>
          <p:nvPr/>
        </p:nvSpPr>
        <p:spPr>
          <a:xfrm>
            <a:off x="4722105" y="1489879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f2.b = 1;</a:t>
            </a:r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7ECE30B1-1C05-E0D6-DEAB-AE168637C376}"/>
              </a:ext>
            </a:extLst>
          </p:cNvPr>
          <p:cNvSpPr/>
          <p:nvPr/>
        </p:nvSpPr>
        <p:spPr>
          <a:xfrm rot="20683363">
            <a:off x="1956568" y="5592115"/>
            <a:ext cx="5278399" cy="183633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7A74395E-0465-2F12-5693-706CFF93B297}"/>
              </a:ext>
            </a:extLst>
          </p:cNvPr>
          <p:cNvSpPr/>
          <p:nvPr/>
        </p:nvSpPr>
        <p:spPr>
          <a:xfrm rot="20088204">
            <a:off x="2145159" y="1238124"/>
            <a:ext cx="1215189" cy="1664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151AE2-38E6-875C-7F10-F20B4D416CEA}"/>
              </a:ext>
            </a:extLst>
          </p:cNvPr>
          <p:cNvSpPr txBox="1"/>
          <p:nvPr/>
        </p:nvSpPr>
        <p:spPr>
          <a:xfrm>
            <a:off x="3280099" y="850707"/>
            <a:ext cx="117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 = ++c;</a:t>
            </a:r>
          </a:p>
          <a:p>
            <a:r>
              <a:rPr lang="en-US" dirty="0">
                <a:solidFill>
                  <a:schemeClr val="bg1"/>
                </a:solidFill>
              </a:rPr>
              <a:t>c = 8;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9B966D-6330-DB34-9421-8F27AF7BCF3A}"/>
              </a:ext>
            </a:extLst>
          </p:cNvPr>
          <p:cNvSpPr txBox="1"/>
          <p:nvPr/>
        </p:nvSpPr>
        <p:spPr>
          <a:xfrm>
            <a:off x="3380873" y="2083413"/>
            <a:ext cx="1172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f2.a = 42;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6E16C-3215-1E4F-608C-280AFD683F12}"/>
              </a:ext>
            </a:extLst>
          </p:cNvPr>
          <p:cNvSpPr txBox="1"/>
          <p:nvPr/>
        </p:nvSpPr>
        <p:spPr>
          <a:xfrm>
            <a:off x="4739638" y="2071381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f2.b = 8;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5DA6AA9-9D83-B1FD-B942-16A026675BA6}"/>
                  </a:ext>
                </a:extLst>
              </p14:cNvPr>
              <p14:cNvContentPartPr/>
              <p14:nvPr/>
            </p14:nvContentPartPr>
            <p14:xfrm>
              <a:off x="7224707" y="4025213"/>
              <a:ext cx="466920" cy="126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5DA6AA9-9D83-B1FD-B942-16A026675B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1067" y="3917213"/>
                <a:ext cx="5745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0FFEA09-2202-49AE-68D4-6D67652FC78D}"/>
                  </a:ext>
                </a:extLst>
              </p14:cNvPr>
              <p14:cNvContentPartPr/>
              <p14:nvPr/>
            </p14:nvContentPartPr>
            <p14:xfrm>
              <a:off x="7250759" y="5007102"/>
              <a:ext cx="11304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0FFEA09-2202-49AE-68D4-6D67652FC7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97119" y="4899102"/>
                <a:ext cx="2206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6617D59-E713-EF30-2C5A-DCB7FE0695AC}"/>
              </a:ext>
            </a:extLst>
          </p:cNvPr>
          <p:cNvSpPr txBox="1"/>
          <p:nvPr/>
        </p:nvSpPr>
        <p:spPr>
          <a:xfrm>
            <a:off x="10850611" y="4371792"/>
            <a:ext cx="947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0AF77-0816-3667-40AD-B641BFC5E8DC}"/>
              </a:ext>
            </a:extLst>
          </p:cNvPr>
          <p:cNvSpPr txBox="1"/>
          <p:nvPr/>
        </p:nvSpPr>
        <p:spPr>
          <a:xfrm>
            <a:off x="10850611" y="4899955"/>
            <a:ext cx="1752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8131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  <p:bldP spid="18" grpId="0" animBg="1"/>
      <p:bldP spid="19" grpId="0" animBg="1"/>
      <p:bldP spid="20" grpId="0"/>
      <p:bldP spid="24" grpId="0"/>
      <p:bldP spid="28" grpId="0"/>
      <p:bldP spid="3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9C53-6CA0-A423-B20E-D638B54F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C0AF078-33FB-2CEB-424F-7184AD2C9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036"/>
            <a:ext cx="7567863" cy="6708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9ABEA000-D62E-177A-84BB-CC74B7ECF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091" y="62036"/>
            <a:ext cx="4920909" cy="3186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3A99FBED-F5D6-EC8A-7504-05D234F7B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034" y="3494714"/>
            <a:ext cx="5921966" cy="32757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7700F3B5-32C8-D112-517C-DCD1FA0B563D}"/>
              </a:ext>
            </a:extLst>
          </p:cNvPr>
          <p:cNvSpPr/>
          <p:nvPr/>
        </p:nvSpPr>
        <p:spPr>
          <a:xfrm rot="17320684">
            <a:off x="8719161" y="2982973"/>
            <a:ext cx="2460550" cy="12274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13B47-38BB-F90A-13AA-A136E7D16B32}"/>
              </a:ext>
            </a:extLst>
          </p:cNvPr>
          <p:cNvSpPr txBox="1"/>
          <p:nvPr/>
        </p:nvSpPr>
        <p:spPr>
          <a:xfrm>
            <a:off x="3380873" y="1489879"/>
            <a:ext cx="166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f3.a = 3;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B88EBC-54D6-8809-AEDA-F51CFE3C18E9}"/>
              </a:ext>
            </a:extLst>
          </p:cNvPr>
          <p:cNvSpPr txBox="1"/>
          <p:nvPr/>
        </p:nvSpPr>
        <p:spPr>
          <a:xfrm>
            <a:off x="4722105" y="1489879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f3.b = 2;</a:t>
            </a:r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C3105550-FA97-12D8-98FF-033425A6AF1F}"/>
              </a:ext>
            </a:extLst>
          </p:cNvPr>
          <p:cNvSpPr/>
          <p:nvPr/>
        </p:nvSpPr>
        <p:spPr>
          <a:xfrm rot="20088204">
            <a:off x="2145159" y="1238124"/>
            <a:ext cx="1215189" cy="1664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B3F867-5FD8-C45B-C2F4-3F3EAA82C2D1}"/>
              </a:ext>
            </a:extLst>
          </p:cNvPr>
          <p:cNvSpPr txBox="1"/>
          <p:nvPr/>
        </p:nvSpPr>
        <p:spPr>
          <a:xfrm>
            <a:off x="3280099" y="850707"/>
            <a:ext cx="117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 = ++c;</a:t>
            </a:r>
          </a:p>
          <a:p>
            <a:r>
              <a:rPr lang="en-US" dirty="0">
                <a:solidFill>
                  <a:schemeClr val="bg1"/>
                </a:solidFill>
              </a:rPr>
              <a:t>c = 9;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E77AE8-C06E-6D9C-EA9D-EBE98F8CAC1E}"/>
              </a:ext>
            </a:extLst>
          </p:cNvPr>
          <p:cNvSpPr txBox="1"/>
          <p:nvPr/>
        </p:nvSpPr>
        <p:spPr>
          <a:xfrm>
            <a:off x="3380873" y="1782233"/>
            <a:ext cx="1172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f3.a = 42;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CB107D-AA5A-B65B-65C2-91BADA67E0DC}"/>
              </a:ext>
            </a:extLst>
          </p:cNvPr>
          <p:cNvSpPr txBox="1"/>
          <p:nvPr/>
        </p:nvSpPr>
        <p:spPr>
          <a:xfrm>
            <a:off x="3380873" y="2083413"/>
            <a:ext cx="1172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f3.a = -42;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3108A3-1D31-7F1C-779C-50AE5A16C327}"/>
              </a:ext>
            </a:extLst>
          </p:cNvPr>
          <p:cNvSpPr txBox="1"/>
          <p:nvPr/>
        </p:nvSpPr>
        <p:spPr>
          <a:xfrm>
            <a:off x="4722105" y="1763621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f3.b = 9;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EBE228-01C9-965E-E379-DB261C011826}"/>
              </a:ext>
            </a:extLst>
          </p:cNvPr>
          <p:cNvSpPr txBox="1"/>
          <p:nvPr/>
        </p:nvSpPr>
        <p:spPr>
          <a:xfrm>
            <a:off x="4739638" y="2071381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f3.b = -9;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EDF3462-49B5-7B95-9B7E-50481669F4E4}"/>
                  </a:ext>
                </a:extLst>
              </p14:cNvPr>
              <p14:cNvContentPartPr/>
              <p14:nvPr/>
            </p14:nvContentPartPr>
            <p14:xfrm>
              <a:off x="7224707" y="4252284"/>
              <a:ext cx="466920" cy="126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EDF3462-49B5-7B95-9B7E-50481669F4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71067" y="4144284"/>
                <a:ext cx="5745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24EAE68-E0F7-4FC0-F2BE-D798A93AB5EE}"/>
                  </a:ext>
                </a:extLst>
              </p14:cNvPr>
              <p14:cNvContentPartPr/>
              <p14:nvPr/>
            </p14:nvContentPartPr>
            <p14:xfrm>
              <a:off x="7235568" y="5425304"/>
              <a:ext cx="11304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24EAE68-E0F7-4FC0-F2BE-D798A93AB5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81928" y="5317304"/>
                <a:ext cx="220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06D14AC-754B-776C-6D60-30D18D8E4C19}"/>
                  </a:ext>
                </a:extLst>
              </p14:cNvPr>
              <p14:cNvContentPartPr/>
              <p14:nvPr/>
            </p14:nvContentPartPr>
            <p14:xfrm>
              <a:off x="7224707" y="5666499"/>
              <a:ext cx="13284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06D14AC-754B-776C-6D60-30D18D8E4C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71067" y="5558859"/>
                <a:ext cx="24048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 descr="A whit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9A8F0CF7-7D21-843D-F100-B06BC57A9F0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80338"/>
          <a:stretch>
            <a:fillRect/>
          </a:stretch>
        </p:blipFill>
        <p:spPr>
          <a:xfrm>
            <a:off x="9646947" y="4312172"/>
            <a:ext cx="2177551" cy="16243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099642-AF00-CD93-9038-D45ADC4D323A}"/>
                  </a:ext>
                </a:extLst>
              </p14:cNvPr>
              <p14:cNvContentPartPr/>
              <p14:nvPr/>
            </p14:nvContentPartPr>
            <p14:xfrm>
              <a:off x="9497747" y="1747364"/>
              <a:ext cx="504360" cy="271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099642-AF00-CD93-9038-D45ADC4D323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91627" y="1741244"/>
                <a:ext cx="5166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11CDA34-05FC-9524-2ED5-DC568AEDBC6A}"/>
                  </a:ext>
                </a:extLst>
              </p14:cNvPr>
              <p14:cNvContentPartPr/>
              <p14:nvPr/>
            </p14:nvContentPartPr>
            <p14:xfrm>
              <a:off x="8350067" y="1768964"/>
              <a:ext cx="417240" cy="279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11CDA34-05FC-9524-2ED5-DC568AEDBC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43947" y="1762844"/>
                <a:ext cx="4294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AD87A41-2C33-ADBE-5DDE-E56383DF5ED3}"/>
                  </a:ext>
                </a:extLst>
              </p14:cNvPr>
              <p14:cNvContentPartPr/>
              <p14:nvPr/>
            </p14:nvContentPartPr>
            <p14:xfrm>
              <a:off x="9191027" y="4216964"/>
              <a:ext cx="146880" cy="1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AD87A41-2C33-ADBE-5DDE-E56383DF5ED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37027" y="4109324"/>
                <a:ext cx="2545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2485B2D-AEE0-0676-28C0-C3D3A87A1F41}"/>
                  </a:ext>
                </a:extLst>
              </p14:cNvPr>
              <p14:cNvContentPartPr/>
              <p14:nvPr/>
            </p14:nvContentPartPr>
            <p14:xfrm>
              <a:off x="7583987" y="3837884"/>
              <a:ext cx="13320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2485B2D-AEE0-0676-28C0-C3D3A87A1F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30347" y="3729884"/>
                <a:ext cx="24084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6EB2AC5-1CAF-E5AF-DFDD-F1A39E6294BC}"/>
              </a:ext>
            </a:extLst>
          </p:cNvPr>
          <p:cNvSpPr txBox="1"/>
          <p:nvPr/>
        </p:nvSpPr>
        <p:spPr>
          <a:xfrm>
            <a:off x="10473472" y="1782233"/>
            <a:ext cx="1042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highlight>
                  <a:srgbClr val="FFFF00"/>
                </a:highlight>
              </a:rPr>
              <a:t>f.a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 = 3:</a:t>
            </a:r>
          </a:p>
          <a:p>
            <a:r>
              <a:rPr lang="en-US" dirty="0" err="1">
                <a:solidFill>
                  <a:schemeClr val="bg1"/>
                </a:solidFill>
                <a:highlight>
                  <a:srgbClr val="FFFF00"/>
                </a:highlight>
              </a:rPr>
              <a:t>f.b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 = 2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8BECA4-514B-CCC2-5B91-1E58C301CD3D}"/>
              </a:ext>
            </a:extLst>
          </p:cNvPr>
          <p:cNvGrpSpPr/>
          <p:nvPr/>
        </p:nvGrpSpPr>
        <p:grpSpPr>
          <a:xfrm>
            <a:off x="6321467" y="655484"/>
            <a:ext cx="1472040" cy="4773600"/>
            <a:chOff x="6321467" y="655484"/>
            <a:chExt cx="1472040" cy="47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E25760-528E-EE3E-7470-276505EB4808}"/>
                    </a:ext>
                  </a:extLst>
                </p14:cNvPr>
                <p14:cNvContentPartPr/>
                <p14:nvPr/>
              </p14:nvContentPartPr>
              <p14:xfrm>
                <a:off x="6321467" y="867524"/>
                <a:ext cx="1253160" cy="4561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E25760-528E-EE3E-7470-276505EB48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03827" y="849524"/>
                  <a:ext cx="1288800" cy="45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6D3163-9A5B-1870-2992-2618AEC1848E}"/>
                    </a:ext>
                  </a:extLst>
                </p14:cNvPr>
                <p14:cNvContentPartPr/>
                <p14:nvPr/>
              </p14:nvContentPartPr>
              <p14:xfrm>
                <a:off x="7364027" y="655484"/>
                <a:ext cx="429480" cy="391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6D3163-9A5B-1870-2992-2618AEC184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46387" y="637484"/>
                  <a:ext cx="465120" cy="42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6FE31AC-4715-1ED7-037A-CFC40E35186E}"/>
                  </a:ext>
                </a:extLst>
              </p14:cNvPr>
              <p14:cNvContentPartPr/>
              <p14:nvPr/>
            </p14:nvContentPartPr>
            <p14:xfrm>
              <a:off x="2101547" y="5159084"/>
              <a:ext cx="4915800" cy="9331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6FE31AC-4715-1ED7-037A-CFC40E35186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83907" y="5141084"/>
                <a:ext cx="4951440" cy="9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4BA552C-8A6E-7A60-A914-51EEB3784EA0}"/>
                  </a:ext>
                </a:extLst>
              </p14:cNvPr>
              <p14:cNvContentPartPr/>
              <p14:nvPr/>
            </p14:nvContentPartPr>
            <p14:xfrm>
              <a:off x="2086067" y="5875484"/>
              <a:ext cx="412560" cy="2311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4BA552C-8A6E-7A60-A914-51EEB3784E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68067" y="5857844"/>
                <a:ext cx="44820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5EC75F9B-28E5-6604-2E6B-E17B7A6A97D7}"/>
              </a:ext>
            </a:extLst>
          </p:cNvPr>
          <p:cNvGrpSpPr/>
          <p:nvPr/>
        </p:nvGrpSpPr>
        <p:grpSpPr>
          <a:xfrm>
            <a:off x="6798827" y="865364"/>
            <a:ext cx="1145880" cy="4772880"/>
            <a:chOff x="6798827" y="865364"/>
            <a:chExt cx="1145880" cy="47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3E881D3-2BB3-5615-DA06-A58658EE1E04}"/>
                    </a:ext>
                  </a:extLst>
                </p14:cNvPr>
                <p14:cNvContentPartPr/>
                <p14:nvPr/>
              </p14:nvContentPartPr>
              <p14:xfrm>
                <a:off x="6798827" y="1016924"/>
                <a:ext cx="964440" cy="4621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3E881D3-2BB3-5615-DA06-A58658EE1E0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81187" y="998924"/>
                  <a:ext cx="1000080" cy="46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1136D6-4DFD-96D6-B4F4-73F1E7152225}"/>
                    </a:ext>
                  </a:extLst>
                </p14:cNvPr>
                <p14:cNvContentPartPr/>
                <p14:nvPr/>
              </p14:nvContentPartPr>
              <p14:xfrm>
                <a:off x="7554467" y="865364"/>
                <a:ext cx="390240" cy="242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1136D6-4DFD-96D6-B4F4-73F1E71522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36827" y="847724"/>
                  <a:ext cx="425880" cy="27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86ED8A5-69C2-9FA0-F37D-F87C0A4AE456}"/>
                  </a:ext>
                </a:extLst>
              </p14:cNvPr>
              <p14:cNvContentPartPr/>
              <p14:nvPr/>
            </p14:nvContentPartPr>
            <p14:xfrm>
              <a:off x="8587307" y="775004"/>
              <a:ext cx="867600" cy="7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86ED8A5-69C2-9FA0-F37D-F87C0A4AE45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69667" y="757364"/>
                <a:ext cx="903240" cy="43200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E714EA7D-E7E0-210F-D20C-150B5C54DBB7}"/>
              </a:ext>
            </a:extLst>
          </p:cNvPr>
          <p:cNvSpPr txBox="1"/>
          <p:nvPr/>
        </p:nvSpPr>
        <p:spPr>
          <a:xfrm>
            <a:off x="10659979" y="4511842"/>
            <a:ext cx="52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11B9F4-A1C8-BE0B-EFE0-DFD29E69B55A}"/>
              </a:ext>
            </a:extLst>
          </p:cNvPr>
          <p:cNvSpPr txBox="1"/>
          <p:nvPr/>
        </p:nvSpPr>
        <p:spPr>
          <a:xfrm>
            <a:off x="10546994" y="5240638"/>
            <a:ext cx="638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ABA722C-214D-46C8-8C97-2F801641CA7B}"/>
                  </a:ext>
                </a:extLst>
              </p14:cNvPr>
              <p14:cNvContentPartPr/>
              <p14:nvPr/>
            </p14:nvContentPartPr>
            <p14:xfrm>
              <a:off x="10977707" y="2168924"/>
              <a:ext cx="360" cy="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ABA722C-214D-46C8-8C97-2F801641CA7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924067" y="2061284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65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  <p:bldP spid="19" grpId="0" animBg="1"/>
      <p:bldP spid="20" grpId="0"/>
      <p:bldP spid="22" grpId="0"/>
      <p:bldP spid="24" grpId="0"/>
      <p:bldP spid="26" grpId="0"/>
      <p:bldP spid="28" grpId="0"/>
      <p:bldP spid="21" grpId="0"/>
      <p:bldP spid="52" grpId="0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986A2-8D1B-1B52-F66C-F573A44B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96DD72F-AA78-DEDE-C4C4-71A66076D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036"/>
            <a:ext cx="7567863" cy="6708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9B3B9114-1374-C69D-FE2E-DBB8DDFA8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34" y="3494714"/>
            <a:ext cx="5921966" cy="32757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B8EBD9FA-E067-B367-A96B-FDEABB5B8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999" y="4024873"/>
            <a:ext cx="1627767" cy="20451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F8213BF5-5FA2-731A-0981-3D231F7B1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091" y="62036"/>
            <a:ext cx="4920909" cy="3186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7083BE85-ADEC-6B55-E60F-78C66150BA80}"/>
              </a:ext>
            </a:extLst>
          </p:cNvPr>
          <p:cNvSpPr/>
          <p:nvPr/>
        </p:nvSpPr>
        <p:spPr>
          <a:xfrm rot="10800000">
            <a:off x="2799106" y="4542066"/>
            <a:ext cx="4253216" cy="12814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10A52-2473-DD33-C102-BF2395D6DB02}"/>
              </a:ext>
            </a:extLst>
          </p:cNvPr>
          <p:cNvSpPr txBox="1"/>
          <p:nvPr/>
        </p:nvSpPr>
        <p:spPr>
          <a:xfrm>
            <a:off x="3380873" y="1489879"/>
            <a:ext cx="166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f4.a = 5 – 2 = 3;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2F994D-8508-10F4-064A-3FA06D27AA4F}"/>
              </a:ext>
            </a:extLst>
          </p:cNvPr>
          <p:cNvSpPr txBox="1"/>
          <p:nvPr/>
        </p:nvSpPr>
        <p:spPr>
          <a:xfrm>
            <a:off x="5084145" y="1503104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f4.b = 1 + 3 = 4;</a:t>
            </a:r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75CF1F71-8BF2-20C4-A382-8A0128C8F8C9}"/>
              </a:ext>
            </a:extLst>
          </p:cNvPr>
          <p:cNvSpPr/>
          <p:nvPr/>
        </p:nvSpPr>
        <p:spPr>
          <a:xfrm rot="21362931">
            <a:off x="1788581" y="5350090"/>
            <a:ext cx="5278399" cy="183633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0AA5A-4B9D-39EC-1D52-FBC13BB2DE98}"/>
              </a:ext>
            </a:extLst>
          </p:cNvPr>
          <p:cNvSpPr txBox="1"/>
          <p:nvPr/>
        </p:nvSpPr>
        <p:spPr>
          <a:xfrm>
            <a:off x="3280099" y="850707"/>
            <a:ext cx="117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674568-9A83-9055-AA3B-316078495570}"/>
              </a:ext>
            </a:extLst>
          </p:cNvPr>
          <p:cNvSpPr txBox="1"/>
          <p:nvPr/>
        </p:nvSpPr>
        <p:spPr>
          <a:xfrm>
            <a:off x="3380873" y="2083413"/>
            <a:ext cx="1172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f4.a = 3;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3CFFFD-DDCC-7366-7CEF-941A1C37901A}"/>
              </a:ext>
            </a:extLst>
          </p:cNvPr>
          <p:cNvSpPr txBox="1"/>
          <p:nvPr/>
        </p:nvSpPr>
        <p:spPr>
          <a:xfrm>
            <a:off x="4739638" y="2071381"/>
            <a:ext cx="6214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f4.b = 4;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8AEDCB4-BE9D-1D80-AA5D-704BDCD381BC}"/>
                  </a:ext>
                </a:extLst>
              </p14:cNvPr>
              <p14:cNvContentPartPr/>
              <p14:nvPr/>
            </p14:nvContentPartPr>
            <p14:xfrm>
              <a:off x="7266287" y="4625204"/>
              <a:ext cx="466920" cy="126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8AEDCB4-BE9D-1D80-AA5D-704BDCD381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2647" y="4517204"/>
                <a:ext cx="5745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89824B8-C43C-BEED-65FA-2556A70D28B6}"/>
                  </a:ext>
                </a:extLst>
              </p14:cNvPr>
              <p14:cNvContentPartPr/>
              <p14:nvPr/>
            </p14:nvContentPartPr>
            <p14:xfrm>
              <a:off x="7248663" y="5257511"/>
              <a:ext cx="11304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89824B8-C43C-BEED-65FA-2556A70D28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95023" y="5149511"/>
                <a:ext cx="2206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DC90CC01-00AB-AF01-FD14-5FE85EBAE340}"/>
              </a:ext>
            </a:extLst>
          </p:cNvPr>
          <p:cNvSpPr txBox="1"/>
          <p:nvPr/>
        </p:nvSpPr>
        <p:spPr>
          <a:xfrm>
            <a:off x="11172882" y="4218678"/>
            <a:ext cx="72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EAC891-28E2-919A-B093-6F193A9F7AC6}"/>
              </a:ext>
            </a:extLst>
          </p:cNvPr>
          <p:cNvSpPr txBox="1"/>
          <p:nvPr/>
        </p:nvSpPr>
        <p:spPr>
          <a:xfrm>
            <a:off x="11272225" y="5449051"/>
            <a:ext cx="947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A70E6C-9C06-9357-3F26-8555FF9FFEAC}"/>
                  </a:ext>
                </a:extLst>
              </p14:cNvPr>
              <p14:cNvContentPartPr/>
              <p14:nvPr/>
            </p14:nvContentPartPr>
            <p14:xfrm>
              <a:off x="8079707" y="4611164"/>
              <a:ext cx="73440" cy="4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A70E6C-9C06-9357-3F26-8555FF9FFE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25707" y="4503524"/>
                <a:ext cx="1810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AA0599-3BE8-1067-76F6-317BF13E9F89}"/>
                  </a:ext>
                </a:extLst>
              </p14:cNvPr>
              <p14:cNvContentPartPr/>
              <p14:nvPr/>
            </p14:nvContentPartPr>
            <p14:xfrm>
              <a:off x="7578587" y="3852644"/>
              <a:ext cx="8820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AA0599-3BE8-1067-76F6-317BF13E9F8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24587" y="3745004"/>
                <a:ext cx="195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63401F-03B7-4ECF-33D5-CF0BAAAC9D1A}"/>
                  </a:ext>
                </a:extLst>
              </p14:cNvPr>
              <p14:cNvContentPartPr/>
              <p14:nvPr/>
            </p14:nvContentPartPr>
            <p14:xfrm>
              <a:off x="7184387" y="4366364"/>
              <a:ext cx="18792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63401F-03B7-4ECF-33D5-CF0BAAAC9D1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30387" y="4258724"/>
                <a:ext cx="29556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DF3D108-1A7A-D37A-89CD-CCB36717E414}"/>
              </a:ext>
            </a:extLst>
          </p:cNvPr>
          <p:cNvSpPr txBox="1"/>
          <p:nvPr/>
        </p:nvSpPr>
        <p:spPr>
          <a:xfrm>
            <a:off x="9103438" y="5358886"/>
            <a:ext cx="1466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highlight>
                  <a:srgbClr val="FFFF00"/>
                </a:highlight>
              </a:rPr>
              <a:t>f.a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 = 2:</a:t>
            </a:r>
          </a:p>
          <a:p>
            <a:r>
              <a:rPr lang="en-US" dirty="0" err="1">
                <a:solidFill>
                  <a:schemeClr val="bg1"/>
                </a:solidFill>
                <a:highlight>
                  <a:srgbClr val="FFFF00"/>
                </a:highlight>
              </a:rPr>
              <a:t>f.b</a:t>
            </a:r>
            <a:r>
              <a:rPr lang="en-US" dirty="0">
                <a:solidFill>
                  <a:schemeClr val="bg1"/>
                </a:solidFill>
                <a:highlight>
                  <a:srgbClr val="FFFF00"/>
                </a:highlight>
              </a:rPr>
              <a:t> = 3;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D5D6DA1-2FD2-0B8D-2535-0A045F27EF28}"/>
                  </a:ext>
                </a:extLst>
              </p14:cNvPr>
              <p14:cNvContentPartPr/>
              <p14:nvPr/>
            </p14:nvContentPartPr>
            <p14:xfrm>
              <a:off x="8662547" y="4634204"/>
              <a:ext cx="22428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D5D6DA1-2FD2-0B8D-2535-0A045F27EF2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08907" y="4526564"/>
                <a:ext cx="331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367BD56-1B58-0384-F4FB-1AB707CA4B7F}"/>
                  </a:ext>
                </a:extLst>
              </p14:cNvPr>
              <p14:cNvContentPartPr/>
              <p14:nvPr/>
            </p14:nvContentPartPr>
            <p14:xfrm>
              <a:off x="7615307" y="4046684"/>
              <a:ext cx="26424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367BD56-1B58-0384-F4FB-1AB707CA4B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61667" y="3939044"/>
                <a:ext cx="3718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70FAD42-566E-27A8-10B6-E5C93F7FA238}"/>
              </a:ext>
            </a:extLst>
          </p:cNvPr>
          <p:cNvSpPr txBox="1"/>
          <p:nvPr/>
        </p:nvSpPr>
        <p:spPr>
          <a:xfrm>
            <a:off x="9122262" y="6033726"/>
            <a:ext cx="1241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FFFF"/>
                </a:highlight>
              </a:rPr>
              <a:t>f2.a = 5;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FFFF"/>
                </a:highlight>
              </a:rPr>
              <a:t>f2.b = 1;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3DA23E2-BB8D-8A94-A3D3-68B7371AF005}"/>
                  </a:ext>
                </a:extLst>
              </p14:cNvPr>
              <p14:cNvContentPartPr/>
              <p14:nvPr/>
            </p14:nvContentPartPr>
            <p14:xfrm>
              <a:off x="1291547" y="4165844"/>
              <a:ext cx="677520" cy="57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3DA23E2-BB8D-8A94-A3D3-68B7371AF00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37907" y="4058204"/>
                <a:ext cx="7851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678BBE0-831F-ABAB-6D97-E6A9DA4398B4}"/>
                  </a:ext>
                </a:extLst>
              </p14:cNvPr>
              <p14:cNvContentPartPr/>
              <p14:nvPr/>
            </p14:nvContentPartPr>
            <p14:xfrm>
              <a:off x="1283267" y="4553564"/>
              <a:ext cx="542160" cy="237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678BBE0-831F-ABAB-6D97-E6A9DA4398B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29267" y="4445564"/>
                <a:ext cx="649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92BC89F-20C0-0165-3A26-316317CF433D}"/>
                  </a:ext>
                </a:extLst>
              </p14:cNvPr>
              <p14:cNvContentPartPr/>
              <p14:nvPr/>
            </p14:nvContentPartPr>
            <p14:xfrm>
              <a:off x="1296227" y="4722044"/>
              <a:ext cx="58392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92BC89F-20C0-0165-3A26-316317CF433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42227" y="4614044"/>
                <a:ext cx="691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2D8D25E-5EF5-5E3B-31AB-82BDA70F078E}"/>
                  </a:ext>
                </a:extLst>
              </p14:cNvPr>
              <p14:cNvContentPartPr/>
              <p14:nvPr/>
            </p14:nvContentPartPr>
            <p14:xfrm>
              <a:off x="2111987" y="4553204"/>
              <a:ext cx="546480" cy="14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2D8D25E-5EF5-5E3B-31AB-82BDA70F07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58347" y="4445564"/>
                <a:ext cx="6541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27DB219-5F8B-20EE-9FDF-44E8F22FC7F0}"/>
                  </a:ext>
                </a:extLst>
              </p14:cNvPr>
              <p14:cNvContentPartPr/>
              <p14:nvPr/>
            </p14:nvContentPartPr>
            <p14:xfrm>
              <a:off x="2084267" y="4701884"/>
              <a:ext cx="476640" cy="3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27DB219-5F8B-20EE-9FDF-44E8F22FC7F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30267" y="4594244"/>
                <a:ext cx="584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B769F28-447F-F7B8-4789-7B7A8C0922FA}"/>
                  </a:ext>
                </a:extLst>
              </p14:cNvPr>
              <p14:cNvContentPartPr/>
              <p14:nvPr/>
            </p14:nvContentPartPr>
            <p14:xfrm>
              <a:off x="815627" y="4566884"/>
              <a:ext cx="290160" cy="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B769F28-447F-F7B8-4789-7B7A8C0922F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1627" y="4459244"/>
                <a:ext cx="397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C368849-AB7A-B82C-C355-E52025C10EC4}"/>
                  </a:ext>
                </a:extLst>
              </p14:cNvPr>
              <p14:cNvContentPartPr/>
              <p14:nvPr/>
            </p14:nvContentPartPr>
            <p14:xfrm>
              <a:off x="825347" y="4695404"/>
              <a:ext cx="256320" cy="3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C368849-AB7A-B82C-C355-E52025C10EC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1347" y="4587404"/>
                <a:ext cx="3639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661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  <p:bldP spid="18" grpId="0" animBg="1"/>
      <p:bldP spid="24" grpId="0"/>
      <p:bldP spid="28" grpId="0"/>
      <p:bldP spid="33" grpId="0"/>
      <p:bldP spid="35" grpId="0"/>
      <p:bldP spid="15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39462-5032-B403-C814-7AA4A67A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F4CE1C2-CAD4-C7F8-B33E-72E0A659F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036"/>
            <a:ext cx="7567863" cy="6708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F197925F-5F91-E0B5-A95B-F01E66DF0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34" y="3494714"/>
            <a:ext cx="5921966" cy="32757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AD605D54-5FF5-7C78-8048-9295975CB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613" y="5018871"/>
            <a:ext cx="1828800" cy="698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A white rectangular frame with black border&#10;&#10;AI-generated content may be incorrect.">
            <a:extLst>
              <a:ext uri="{FF2B5EF4-FFF2-40B4-BE49-F238E27FC236}">
                <a16:creationId xmlns:a16="http://schemas.microsoft.com/office/drawing/2014/main" id="{41D180DE-ACB7-3FB4-F153-C8597B7B6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613" y="4150099"/>
            <a:ext cx="1803400" cy="660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4AD3D84E-1ACE-B7AF-AC7A-B970CA93A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1091" y="62036"/>
            <a:ext cx="4920909" cy="3186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Left Arrow 18">
            <a:extLst>
              <a:ext uri="{FF2B5EF4-FFF2-40B4-BE49-F238E27FC236}">
                <a16:creationId xmlns:a16="http://schemas.microsoft.com/office/drawing/2014/main" id="{E2A87892-42F2-BE24-061B-00DCC8DA55C1}"/>
              </a:ext>
            </a:extLst>
          </p:cNvPr>
          <p:cNvSpPr/>
          <p:nvPr/>
        </p:nvSpPr>
        <p:spPr>
          <a:xfrm rot="20088204">
            <a:off x="2145159" y="1238124"/>
            <a:ext cx="1215189" cy="1664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00590-B29A-C168-647B-ED08DAAB8109}"/>
              </a:ext>
            </a:extLst>
          </p:cNvPr>
          <p:cNvSpPr txBox="1"/>
          <p:nvPr/>
        </p:nvSpPr>
        <p:spPr>
          <a:xfrm>
            <a:off x="3280099" y="850707"/>
            <a:ext cx="1172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 = 9;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58F386-6247-C57D-5AD7-BE470BEC7D62}"/>
              </a:ext>
            </a:extLst>
          </p:cNvPr>
          <p:cNvSpPr txBox="1"/>
          <p:nvPr/>
        </p:nvSpPr>
        <p:spPr>
          <a:xfrm>
            <a:off x="10858856" y="4395050"/>
            <a:ext cx="72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12B754-40A2-4730-6799-956C3B8D0D61}"/>
              </a:ext>
            </a:extLst>
          </p:cNvPr>
          <p:cNvSpPr txBox="1"/>
          <p:nvPr/>
        </p:nvSpPr>
        <p:spPr>
          <a:xfrm>
            <a:off x="10839558" y="5145931"/>
            <a:ext cx="947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5B48807-2AFA-0DED-018A-C93BD5BB8C5C}"/>
                  </a:ext>
                </a:extLst>
              </p14:cNvPr>
              <p14:cNvContentPartPr/>
              <p14:nvPr/>
            </p14:nvContentPartPr>
            <p14:xfrm>
              <a:off x="1159427" y="1698044"/>
              <a:ext cx="545040" cy="3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5B48807-2AFA-0DED-018A-C93BD5BB8C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5787" y="1590044"/>
                <a:ext cx="6526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318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33" grpId="0"/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555E-672F-7385-FAF1-D27DBCAD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white sheet with black lines&#10;&#10;AI-generated content may be incorrect.">
            <a:extLst>
              <a:ext uri="{FF2B5EF4-FFF2-40B4-BE49-F238E27FC236}">
                <a16:creationId xmlns:a16="http://schemas.microsoft.com/office/drawing/2014/main" id="{06EA4628-7D86-C4E0-1265-08417A8C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027" y="829858"/>
            <a:ext cx="9541047" cy="50634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5">
                <a:lumMod val="40000"/>
                <a:lumOff val="6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49738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7B66-00AE-181F-FD05-B417129CA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C9F196-E82A-495E-9698-134CA5C9F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058" y="475992"/>
            <a:ext cx="10190226" cy="57641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65436B-2538-5059-BFED-BE14B9AD362E}"/>
              </a:ext>
            </a:extLst>
          </p:cNvPr>
          <p:cNvSpPr txBox="1"/>
          <p:nvPr/>
        </p:nvSpPr>
        <p:spPr>
          <a:xfrm>
            <a:off x="7500551" y="3608173"/>
            <a:ext cx="2150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O(n)</a:t>
            </a:r>
            <a:endParaRPr lang="en-US" sz="2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28756E1-2AE9-9459-924F-59F1824A3576}"/>
                  </a:ext>
                </a:extLst>
              </p14:cNvPr>
              <p14:cNvContentPartPr/>
              <p14:nvPr/>
            </p14:nvContentPartPr>
            <p14:xfrm>
              <a:off x="2927259" y="2374171"/>
              <a:ext cx="4240440" cy="159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28756E1-2AE9-9459-924F-59F1824A35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3259" y="2266171"/>
                <a:ext cx="43480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FF36DC-C338-FB9F-E39B-2EAFD56E1011}"/>
                  </a:ext>
                </a:extLst>
              </p14:cNvPr>
              <p14:cNvContentPartPr/>
              <p14:nvPr/>
            </p14:nvContentPartPr>
            <p14:xfrm>
              <a:off x="2984859" y="4885891"/>
              <a:ext cx="109800" cy="3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FF36DC-C338-FB9F-E39B-2EAFD56E10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1219" y="4778251"/>
                <a:ext cx="217440" cy="2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129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968A49EE-1A19-5F0A-D402-CC43D2407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8889167" cy="5412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267771-DC00-0961-4EBE-B028B708A7DA}"/>
              </a:ext>
            </a:extLst>
          </p:cNvPr>
          <p:cNvSpPr txBox="1"/>
          <p:nvPr/>
        </p:nvSpPr>
        <p:spPr>
          <a:xfrm>
            <a:off x="1272747" y="2681946"/>
            <a:ext cx="339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HashMap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AB1C1-4D55-9A0F-EB9D-3D08126DFC07}"/>
              </a:ext>
            </a:extLst>
          </p:cNvPr>
          <p:cNvSpPr txBox="1"/>
          <p:nvPr/>
        </p:nvSpPr>
        <p:spPr>
          <a:xfrm>
            <a:off x="2231136" y="4782208"/>
            <a:ext cx="2916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ArrayList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4BB718-ED21-44B6-B211-8EE6BE582E81}"/>
              </a:ext>
            </a:extLst>
          </p:cNvPr>
          <p:cNvSpPr/>
          <p:nvPr/>
        </p:nvSpPr>
        <p:spPr>
          <a:xfrm>
            <a:off x="3635417" y="2478117"/>
            <a:ext cx="2045634" cy="46818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BS 100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56BAF2-3E35-E536-356B-72255FD3747A}"/>
              </a:ext>
            </a:extLst>
          </p:cNvPr>
          <p:cNvSpPr/>
          <p:nvPr/>
        </p:nvSpPr>
        <p:spPr>
          <a:xfrm>
            <a:off x="3646772" y="3141164"/>
            <a:ext cx="2045634" cy="46818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 BD 147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1B74A5F-CAD4-ACB5-139C-3786DC5305B7}"/>
              </a:ext>
            </a:extLst>
          </p:cNvPr>
          <p:cNvSpPr/>
          <p:nvPr/>
        </p:nvSpPr>
        <p:spPr>
          <a:xfrm>
            <a:off x="6169530" y="3161661"/>
            <a:ext cx="2045634" cy="46818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München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3755719-B447-3189-95C2-F680AE47D4BD}"/>
              </a:ext>
            </a:extLst>
          </p:cNvPr>
          <p:cNvSpPr/>
          <p:nvPr/>
        </p:nvSpPr>
        <p:spPr>
          <a:xfrm>
            <a:off x="6169530" y="2478117"/>
            <a:ext cx="2045634" cy="46818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Berlin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DDD58D77-6B26-A2CF-9286-CD92857F1F12}"/>
              </a:ext>
            </a:extLst>
          </p:cNvPr>
          <p:cNvSpPr/>
          <p:nvPr/>
        </p:nvSpPr>
        <p:spPr>
          <a:xfrm>
            <a:off x="5556393" y="2600181"/>
            <a:ext cx="766119" cy="13523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EB1F6CD-C1C3-1AE1-4AE2-52C6184A7EA2}"/>
              </a:ext>
            </a:extLst>
          </p:cNvPr>
          <p:cNvSpPr/>
          <p:nvPr/>
        </p:nvSpPr>
        <p:spPr>
          <a:xfrm>
            <a:off x="5547909" y="3293761"/>
            <a:ext cx="766119" cy="13523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9D908-C8B4-622B-375E-7B57008A291C}"/>
              </a:ext>
            </a:extLst>
          </p:cNvPr>
          <p:cNvSpPr txBox="1"/>
          <p:nvPr/>
        </p:nvSpPr>
        <p:spPr>
          <a:xfrm>
            <a:off x="4166032" y="2067559"/>
            <a:ext cx="105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24327-6EEF-CEDD-2DB9-2FCAA54C027F}"/>
              </a:ext>
            </a:extLst>
          </p:cNvPr>
          <p:cNvSpPr txBox="1"/>
          <p:nvPr/>
        </p:nvSpPr>
        <p:spPr>
          <a:xfrm>
            <a:off x="6552475" y="2067559"/>
            <a:ext cx="963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value</a:t>
            </a:r>
          </a:p>
        </p:txBody>
      </p:sp>
      <p:pic>
        <p:nvPicPr>
          <p:cNvPr id="18" name="Picture 1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686F3C5-195B-0B29-CF65-FD1D433AD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27"/>
          <a:stretch>
            <a:fillRect/>
          </a:stretch>
        </p:blipFill>
        <p:spPr>
          <a:xfrm>
            <a:off x="7706845" y="4337497"/>
            <a:ext cx="4508037" cy="25205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AA5FA1-AF12-C89A-8AE4-94FCC45703E9}"/>
                  </a:ext>
                </a:extLst>
              </p14:cNvPr>
              <p14:cNvContentPartPr/>
              <p14:nvPr/>
            </p14:nvContentPartPr>
            <p14:xfrm>
              <a:off x="649254" y="1826971"/>
              <a:ext cx="604800" cy="41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AA5FA1-AF12-C89A-8AE4-94FCC45703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5614" y="1718971"/>
                <a:ext cx="7124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63C419C-0343-7548-71D3-43BDBD7415AA}"/>
                  </a:ext>
                </a:extLst>
              </p14:cNvPr>
              <p14:cNvContentPartPr/>
              <p14:nvPr/>
            </p14:nvContentPartPr>
            <p14:xfrm>
              <a:off x="3454734" y="1833811"/>
              <a:ext cx="1009440" cy="22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63C419C-0343-7548-71D3-43BDBD7415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01094" y="1726171"/>
                <a:ext cx="11170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22DDC93-4B58-6358-DCC3-C493B79107E5}"/>
                  </a:ext>
                </a:extLst>
              </p14:cNvPr>
              <p14:cNvContentPartPr/>
              <p14:nvPr/>
            </p14:nvContentPartPr>
            <p14:xfrm>
              <a:off x="5171214" y="1796371"/>
              <a:ext cx="654480" cy="50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22DDC93-4B58-6358-DCC3-C493B79107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17574" y="1688371"/>
                <a:ext cx="7621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F6F96C3-A761-F9DE-FBE6-32F967236CD0}"/>
                  </a:ext>
                </a:extLst>
              </p14:cNvPr>
              <p14:cNvContentPartPr/>
              <p14:nvPr/>
            </p14:nvContentPartPr>
            <p14:xfrm>
              <a:off x="638454" y="2118571"/>
              <a:ext cx="879480" cy="37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F6F96C3-A761-F9DE-FBE6-32F967236C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4454" y="2010931"/>
                <a:ext cx="9871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553CA31-39C4-2FF5-27C5-67403A0C2611}"/>
                  </a:ext>
                </a:extLst>
              </p14:cNvPr>
              <p14:cNvContentPartPr/>
              <p14:nvPr/>
            </p14:nvContentPartPr>
            <p14:xfrm>
              <a:off x="3583974" y="4164091"/>
              <a:ext cx="934560" cy="43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553CA31-39C4-2FF5-27C5-67403A0C26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30334" y="4056091"/>
                <a:ext cx="10422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DFA6C72-D1FF-ECE2-E32A-FDC8A169FE3B}"/>
                  </a:ext>
                </a:extLst>
              </p14:cNvPr>
              <p14:cNvContentPartPr/>
              <p14:nvPr/>
            </p14:nvContentPartPr>
            <p14:xfrm>
              <a:off x="4628694" y="4179571"/>
              <a:ext cx="1721520" cy="12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DFA6C72-D1FF-ECE2-E32A-FDC8A169FE3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4694" y="4071931"/>
                <a:ext cx="182916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ACC9BBB-194C-3D18-CDC0-5ADACA33152A}"/>
                  </a:ext>
                </a:extLst>
              </p14:cNvPr>
              <p14:cNvContentPartPr/>
              <p14:nvPr/>
            </p14:nvContentPartPr>
            <p14:xfrm>
              <a:off x="7304934" y="4202251"/>
              <a:ext cx="487800" cy="9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ACC9BBB-194C-3D18-CDC0-5ADACA3315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50934" y="4094251"/>
                <a:ext cx="595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6FD015A-F56B-83ED-A79E-94A911BB3019}"/>
                  </a:ext>
                </a:extLst>
              </p14:cNvPr>
              <p14:cNvContentPartPr/>
              <p14:nvPr/>
            </p14:nvContentPartPr>
            <p14:xfrm>
              <a:off x="1198614" y="4456051"/>
              <a:ext cx="3729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6FD015A-F56B-83ED-A79E-94A911BB301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44974" y="4348051"/>
                <a:ext cx="480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B85AC85-D6BC-C917-15BB-68112FE010C4}"/>
                  </a:ext>
                </a:extLst>
              </p14:cNvPr>
              <p14:cNvContentPartPr/>
              <p14:nvPr/>
            </p14:nvContentPartPr>
            <p14:xfrm>
              <a:off x="3776214" y="4457131"/>
              <a:ext cx="522720" cy="20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B85AC85-D6BC-C917-15BB-68112FE010C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22574" y="4349131"/>
                <a:ext cx="6303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49FA14F-A25A-94E3-C9BB-E4F9479B5B6F}"/>
                  </a:ext>
                </a:extLst>
              </p14:cNvPr>
              <p14:cNvContentPartPr/>
              <p14:nvPr/>
            </p14:nvContentPartPr>
            <p14:xfrm>
              <a:off x="5348334" y="4370731"/>
              <a:ext cx="902160" cy="71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49FA14F-A25A-94E3-C9BB-E4F9479B5B6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94694" y="4263091"/>
                <a:ext cx="1009800" cy="2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0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letter&#10;&#10;AI-generated content may be incorrect.">
            <a:extLst>
              <a:ext uri="{FF2B5EF4-FFF2-40B4-BE49-F238E27FC236}">
                <a16:creationId xmlns:a16="http://schemas.microsoft.com/office/drawing/2014/main" id="{5F389B70-1AD5-BA51-EC91-2188E1EE8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0899652" cy="6115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AA4E5A-F8C4-5710-7DB0-9B7283C2D48A}"/>
              </a:ext>
            </a:extLst>
          </p:cNvPr>
          <p:cNvSpPr txBox="1"/>
          <p:nvPr/>
        </p:nvSpPr>
        <p:spPr>
          <a:xfrm>
            <a:off x="1948721" y="1903751"/>
            <a:ext cx="1708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PriorityQueue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00612-0651-A831-47A9-AD1E25952CDA}"/>
              </a:ext>
            </a:extLst>
          </p:cNvPr>
          <p:cNvSpPr txBox="1"/>
          <p:nvPr/>
        </p:nvSpPr>
        <p:spPr>
          <a:xfrm>
            <a:off x="2323475" y="4691921"/>
            <a:ext cx="184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HashMap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5688525-47BC-A3F0-85AD-A136CE648848}"/>
                  </a:ext>
                </a:extLst>
              </p14:cNvPr>
              <p14:cNvContentPartPr/>
              <p14:nvPr/>
            </p14:nvContentPartPr>
            <p14:xfrm>
              <a:off x="7172814" y="377611"/>
              <a:ext cx="971640" cy="20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5688525-47BC-A3F0-85AD-A136CE6488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9174" y="269971"/>
                <a:ext cx="10792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8B3C9E-8C22-814E-95F6-3531D4054D89}"/>
                  </a:ext>
                </a:extLst>
              </p14:cNvPr>
              <p14:cNvContentPartPr/>
              <p14:nvPr/>
            </p14:nvContentPartPr>
            <p14:xfrm>
              <a:off x="598854" y="698731"/>
              <a:ext cx="570960" cy="39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8B3C9E-8C22-814E-95F6-3531D4054D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4854" y="591091"/>
                <a:ext cx="6786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4CA852D-1051-E457-6D9C-720BA8064FDF}"/>
                  </a:ext>
                </a:extLst>
              </p14:cNvPr>
              <p14:cNvContentPartPr/>
              <p14:nvPr/>
            </p14:nvContentPartPr>
            <p14:xfrm>
              <a:off x="5595654" y="3672041"/>
              <a:ext cx="1239480" cy="18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4CA852D-1051-E457-6D9C-720BA8064F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41654" y="3564401"/>
                <a:ext cx="13471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F5BE9B9-DCB0-5E28-45BC-84756A326EC4}"/>
                  </a:ext>
                </a:extLst>
              </p14:cNvPr>
              <p14:cNvContentPartPr/>
              <p14:nvPr/>
            </p14:nvContentPartPr>
            <p14:xfrm>
              <a:off x="576534" y="3995251"/>
              <a:ext cx="1679760" cy="54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F5BE9B9-DCB0-5E28-45BC-84756A326E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2534" y="3887611"/>
                <a:ext cx="1787400" cy="26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004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CE66-6017-9942-054A-D30DCA724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java map&#10;&#10;AI-generated content may be incorrect.">
            <a:extLst>
              <a:ext uri="{FF2B5EF4-FFF2-40B4-BE49-F238E27FC236}">
                <a16:creationId xmlns:a16="http://schemas.microsoft.com/office/drawing/2014/main" id="{EDDB02D2-C627-065D-C707-709C15D97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7111" y="509820"/>
            <a:ext cx="9163847" cy="56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31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3749-5BE7-DC21-5199-A553FB05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data flow&#10;&#10;AI-generated content may be incorrect.">
            <a:extLst>
              <a:ext uri="{FF2B5EF4-FFF2-40B4-BE49-F238E27FC236}">
                <a16:creationId xmlns:a16="http://schemas.microsoft.com/office/drawing/2014/main" id="{59755946-5343-BB30-7870-3591441F8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637" y="648403"/>
            <a:ext cx="11230277" cy="556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97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4452411-84C2-5555-F579-4E0DFF64B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446" y="-33672"/>
            <a:ext cx="8174403" cy="6925344"/>
          </a:xfrm>
          <a:prstGeom prst="rect">
            <a:avLst/>
          </a:prstGeom>
        </p:spPr>
      </p:pic>
      <p:pic>
        <p:nvPicPr>
          <p:cNvPr id="7" name="Picture 6" descr="A pattern of black text&#10;&#10;AI-generated content may be incorrect.">
            <a:extLst>
              <a:ext uri="{FF2B5EF4-FFF2-40B4-BE49-F238E27FC236}">
                <a16:creationId xmlns:a16="http://schemas.microsoft.com/office/drawing/2014/main" id="{2D5597F5-13A0-B78A-DC72-5798F3DB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352" y="3869634"/>
            <a:ext cx="4362938" cy="26901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60000"/>
                <a:lumOff val="4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DC6A7F8-8E69-E955-3248-DA162B8EA518}"/>
                  </a:ext>
                </a:extLst>
              </p14:cNvPr>
              <p14:cNvContentPartPr/>
              <p14:nvPr/>
            </p14:nvContentPartPr>
            <p14:xfrm>
              <a:off x="1910851" y="1331163"/>
              <a:ext cx="881280" cy="46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DC6A7F8-8E69-E955-3248-DA162B8EA5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6851" y="1223163"/>
                <a:ext cx="9889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FF060D5-B8CB-6AC9-0162-37B375D6B90F}"/>
                  </a:ext>
                </a:extLst>
              </p14:cNvPr>
              <p14:cNvContentPartPr/>
              <p14:nvPr/>
            </p14:nvContentPartPr>
            <p14:xfrm>
              <a:off x="1631851" y="4369923"/>
              <a:ext cx="933120" cy="57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FF060D5-B8CB-6AC9-0162-37B375D6B90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8211" y="4261923"/>
                <a:ext cx="10407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1EA1B7C-914E-B094-66CD-4D05F2304E4E}"/>
                  </a:ext>
                </a:extLst>
              </p14:cNvPr>
              <p14:cNvContentPartPr/>
              <p14:nvPr/>
            </p14:nvContentPartPr>
            <p14:xfrm>
              <a:off x="1209931" y="2802123"/>
              <a:ext cx="37692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1EA1B7C-914E-B094-66CD-4D05F2304E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5931" y="2694483"/>
                <a:ext cx="484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50D480D-2E40-062B-E396-AA5C8BC6DA14}"/>
                  </a:ext>
                </a:extLst>
              </p14:cNvPr>
              <p14:cNvContentPartPr/>
              <p14:nvPr/>
            </p14:nvContentPartPr>
            <p14:xfrm>
              <a:off x="1732291" y="2756043"/>
              <a:ext cx="909000" cy="3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50D480D-2E40-062B-E396-AA5C8BC6DA1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78291" y="2648403"/>
                <a:ext cx="10166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C55E7C4-9E55-38D8-45F5-132736A135E6}"/>
                  </a:ext>
                </a:extLst>
              </p14:cNvPr>
              <p14:cNvContentPartPr/>
              <p14:nvPr/>
            </p14:nvContentPartPr>
            <p14:xfrm>
              <a:off x="1214611" y="2050803"/>
              <a:ext cx="23724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C55E7C4-9E55-38D8-45F5-132736A135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0971" y="1942803"/>
                <a:ext cx="3448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55E710-A586-13D2-70E9-0C26C245BB76}"/>
                  </a:ext>
                </a:extLst>
              </p14:cNvPr>
              <p14:cNvContentPartPr/>
              <p14:nvPr/>
            </p14:nvContentPartPr>
            <p14:xfrm>
              <a:off x="1023811" y="2237283"/>
              <a:ext cx="403920" cy="12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55E710-A586-13D2-70E9-0C26C245BB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0171" y="2129643"/>
                <a:ext cx="51156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D671AED-C830-D279-5567-2799FC895682}"/>
                  </a:ext>
                </a:extLst>
              </p14:cNvPr>
              <p14:cNvContentPartPr/>
              <p14:nvPr/>
            </p14:nvContentPartPr>
            <p14:xfrm>
              <a:off x="3590971" y="2235843"/>
              <a:ext cx="696240" cy="4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D671AED-C830-D279-5567-2799FC8956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37331" y="2128203"/>
                <a:ext cx="8038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60EC5E3-0FFD-C761-84FE-040E41047DDA}"/>
                  </a:ext>
                </a:extLst>
              </p14:cNvPr>
              <p14:cNvContentPartPr/>
              <p14:nvPr/>
            </p14:nvContentPartPr>
            <p14:xfrm>
              <a:off x="8234251" y="4552083"/>
              <a:ext cx="411840" cy="3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60EC5E3-0FFD-C761-84FE-040E41047DD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80251" y="4444083"/>
                <a:ext cx="5194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19D7CD0-3760-8899-EA0D-BCCBBF2101F9}"/>
                  </a:ext>
                </a:extLst>
              </p14:cNvPr>
              <p14:cNvContentPartPr/>
              <p14:nvPr/>
            </p14:nvContentPartPr>
            <p14:xfrm>
              <a:off x="8276731" y="5460363"/>
              <a:ext cx="234360" cy="68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19D7CD0-3760-8899-EA0D-BCCBBF2101F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22731" y="5352363"/>
                <a:ext cx="3420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13E243A-CD08-DAB8-14C6-2FFBA5FF1CE4}"/>
                  </a:ext>
                </a:extLst>
              </p14:cNvPr>
              <p14:cNvContentPartPr/>
              <p14:nvPr/>
            </p14:nvContentPartPr>
            <p14:xfrm>
              <a:off x="8283571" y="5870043"/>
              <a:ext cx="453600" cy="3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13E243A-CD08-DAB8-14C6-2FFBA5FF1CE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29931" y="5762403"/>
                <a:ext cx="5612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503DF03-B3F5-215F-1623-F602D8CAD013}"/>
                  </a:ext>
                </a:extLst>
              </p14:cNvPr>
              <p14:cNvContentPartPr/>
              <p14:nvPr/>
            </p14:nvContentPartPr>
            <p14:xfrm>
              <a:off x="957211" y="2932083"/>
              <a:ext cx="55080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503DF03-B3F5-215F-1623-F602D8CAD01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03571" y="2824443"/>
                <a:ext cx="6584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91BC620-B160-FCD0-647C-C8A796EB76C6}"/>
                  </a:ext>
                </a:extLst>
              </p14:cNvPr>
              <p14:cNvContentPartPr/>
              <p14:nvPr/>
            </p14:nvContentPartPr>
            <p14:xfrm>
              <a:off x="3738571" y="2956203"/>
              <a:ext cx="27864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91BC620-B160-FCD0-647C-C8A796EB76C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84571" y="2848203"/>
                <a:ext cx="386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6380B50-9388-9D7B-BA27-C42F5DC75314}"/>
                  </a:ext>
                </a:extLst>
              </p14:cNvPr>
              <p14:cNvContentPartPr/>
              <p14:nvPr/>
            </p14:nvContentPartPr>
            <p14:xfrm>
              <a:off x="8688571" y="4529763"/>
              <a:ext cx="2019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6380B50-9388-9D7B-BA27-C42F5DC7531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34931" y="4422123"/>
                <a:ext cx="309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4F562C8-4CEF-3A43-E4DC-B3461EC185AB}"/>
                  </a:ext>
                </a:extLst>
              </p14:cNvPr>
              <p14:cNvContentPartPr/>
              <p14:nvPr/>
            </p14:nvContentPartPr>
            <p14:xfrm>
              <a:off x="8664451" y="5392323"/>
              <a:ext cx="273600" cy="22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4F562C8-4CEF-3A43-E4DC-B3461EC185A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10811" y="5284683"/>
                <a:ext cx="3812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3A232D8-FD55-29D3-E3FE-72A7EF6958B4}"/>
                  </a:ext>
                </a:extLst>
              </p14:cNvPr>
              <p14:cNvContentPartPr/>
              <p14:nvPr/>
            </p14:nvContentPartPr>
            <p14:xfrm>
              <a:off x="865411" y="4536603"/>
              <a:ext cx="498240" cy="32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3A232D8-FD55-29D3-E3FE-72A7EF6958B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1771" y="4428603"/>
                <a:ext cx="6058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CB114E7-50CE-A752-33EC-FCED839281A2}"/>
                  </a:ext>
                </a:extLst>
              </p14:cNvPr>
              <p14:cNvContentPartPr/>
              <p14:nvPr/>
            </p14:nvContentPartPr>
            <p14:xfrm>
              <a:off x="3689251" y="4571883"/>
              <a:ext cx="270360" cy="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CB114E7-50CE-A752-33EC-FCED839281A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35251" y="4464243"/>
                <a:ext cx="37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C4097D4-5310-9729-3CC2-8E1B2CD772C0}"/>
                  </a:ext>
                </a:extLst>
              </p14:cNvPr>
              <p14:cNvContentPartPr/>
              <p14:nvPr/>
            </p14:nvContentPartPr>
            <p14:xfrm>
              <a:off x="9010051" y="5393403"/>
              <a:ext cx="20592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C4097D4-5310-9729-3CC2-8E1B2CD772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56411" y="5285763"/>
                <a:ext cx="3135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3DE27D1-4A51-AACC-B403-1F9170552D8C}"/>
                  </a:ext>
                </a:extLst>
              </p14:cNvPr>
              <p14:cNvContentPartPr/>
              <p14:nvPr/>
            </p14:nvContentPartPr>
            <p14:xfrm>
              <a:off x="3092011" y="3180483"/>
              <a:ext cx="54540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3DE27D1-4A51-AACC-B403-1F9170552D8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38011" y="3072843"/>
                <a:ext cx="653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F18F4EA-9995-1B43-2CA6-D288AEE6E9A0}"/>
                  </a:ext>
                </a:extLst>
              </p14:cNvPr>
              <p14:cNvContentPartPr/>
              <p14:nvPr/>
            </p14:nvContentPartPr>
            <p14:xfrm>
              <a:off x="9318211" y="5400603"/>
              <a:ext cx="46152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F18F4EA-9995-1B43-2CA6-D288AEE6E9A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264211" y="5292963"/>
                <a:ext cx="569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41D9520-E1E9-7940-C28F-8384B63ABF46}"/>
                  </a:ext>
                </a:extLst>
              </p14:cNvPr>
              <p14:cNvContentPartPr/>
              <p14:nvPr/>
            </p14:nvContentPartPr>
            <p14:xfrm>
              <a:off x="2599531" y="3705363"/>
              <a:ext cx="792360" cy="1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41D9520-E1E9-7940-C28F-8384B63ABF4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45891" y="3597723"/>
                <a:ext cx="900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2619B01-77B8-6400-5FE9-621D8E20522D}"/>
                  </a:ext>
                </a:extLst>
              </p14:cNvPr>
              <p14:cNvContentPartPr/>
              <p14:nvPr/>
            </p14:nvContentPartPr>
            <p14:xfrm>
              <a:off x="9919051" y="5353803"/>
              <a:ext cx="472680" cy="28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2619B01-77B8-6400-5FE9-621D8E20522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65411" y="5246163"/>
                <a:ext cx="5803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25262CC-C2CD-7351-C928-B031E22FF866}"/>
                  </a:ext>
                </a:extLst>
              </p14:cNvPr>
              <p14:cNvContentPartPr/>
              <p14:nvPr/>
            </p14:nvContentPartPr>
            <p14:xfrm>
              <a:off x="3054571" y="4781043"/>
              <a:ext cx="929160" cy="1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25262CC-C2CD-7351-C928-B031E22FF86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00571" y="4673403"/>
                <a:ext cx="10368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021700B-8603-829B-8154-27346ADC60B0}"/>
                  </a:ext>
                </a:extLst>
              </p14:cNvPr>
              <p14:cNvContentPartPr/>
              <p14:nvPr/>
            </p14:nvContentPartPr>
            <p14:xfrm>
              <a:off x="10504771" y="5408523"/>
              <a:ext cx="489240" cy="194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021700B-8603-829B-8154-27346ADC60B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450771" y="5300523"/>
                <a:ext cx="5968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E04F84C-42DE-F4C6-C64B-643869498232}"/>
                  </a:ext>
                </a:extLst>
              </p14:cNvPr>
              <p14:cNvContentPartPr/>
              <p14:nvPr/>
            </p14:nvContentPartPr>
            <p14:xfrm>
              <a:off x="2612851" y="5267043"/>
              <a:ext cx="628560" cy="21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E04F84C-42DE-F4C6-C64B-64386949823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59211" y="5159043"/>
                <a:ext cx="7362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1282B50-F007-2F27-89CC-B1766A0F383A}"/>
                  </a:ext>
                </a:extLst>
              </p14:cNvPr>
              <p14:cNvContentPartPr/>
              <p14:nvPr/>
            </p14:nvContentPartPr>
            <p14:xfrm>
              <a:off x="11127211" y="5397363"/>
              <a:ext cx="461160" cy="61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1282B50-F007-2F27-89CC-B1766A0F383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73571" y="5289363"/>
                <a:ext cx="56880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111A7C75-13B1-9353-8AFB-95AC3CEDFC8A}"/>
              </a:ext>
            </a:extLst>
          </p:cNvPr>
          <p:cNvGrpSpPr/>
          <p:nvPr/>
        </p:nvGrpSpPr>
        <p:grpSpPr>
          <a:xfrm>
            <a:off x="7854567" y="5246673"/>
            <a:ext cx="423000" cy="286200"/>
            <a:chOff x="7854567" y="5246673"/>
            <a:chExt cx="42300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154707-0D02-D481-A0BE-E7CC7F1FA277}"/>
                    </a:ext>
                  </a:extLst>
                </p14:cNvPr>
                <p14:cNvContentPartPr/>
                <p14:nvPr/>
              </p14:nvContentPartPr>
              <p14:xfrm>
                <a:off x="7854567" y="5261433"/>
                <a:ext cx="345240" cy="271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154707-0D02-D481-A0BE-E7CC7F1FA2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36927" y="5243793"/>
                  <a:ext cx="3808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65CABAA-E471-25EA-33B4-8A9A9D070517}"/>
                    </a:ext>
                  </a:extLst>
                </p14:cNvPr>
                <p14:cNvContentPartPr/>
                <p14:nvPr/>
              </p14:nvContentPartPr>
              <p14:xfrm>
                <a:off x="7931607" y="5246673"/>
                <a:ext cx="345960" cy="202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65CABAA-E471-25EA-33B4-8A9A9D0705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13607" y="5229033"/>
                  <a:ext cx="381600" cy="23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6411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0049-22CC-41F4-5CFA-73CD28CD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74A8842C-0CA6-EE32-07C6-3D074C26C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373" y="518077"/>
            <a:ext cx="11205253" cy="602187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640213D-C32D-0A08-2A98-3FC1D0FDBC30}"/>
              </a:ext>
            </a:extLst>
          </p:cNvPr>
          <p:cNvGrpSpPr/>
          <p:nvPr/>
        </p:nvGrpSpPr>
        <p:grpSpPr>
          <a:xfrm>
            <a:off x="4405847" y="3250488"/>
            <a:ext cx="2581200" cy="312480"/>
            <a:chOff x="3761447" y="3244868"/>
            <a:chExt cx="258120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FA0119B-C943-30CF-C660-E4CF1D099849}"/>
                    </a:ext>
                  </a:extLst>
                </p14:cNvPr>
                <p14:cNvContentPartPr/>
                <p14:nvPr/>
              </p14:nvContentPartPr>
              <p14:xfrm>
                <a:off x="3767927" y="3286628"/>
                <a:ext cx="2574720" cy="163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FA0119B-C943-30CF-C660-E4CF1D09984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49927" y="3268628"/>
                  <a:ext cx="2610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C2590A-3756-E23D-BBD4-B1A5AB825C8A}"/>
                    </a:ext>
                  </a:extLst>
                </p14:cNvPr>
                <p14:cNvContentPartPr/>
                <p14:nvPr/>
              </p14:nvContentPartPr>
              <p14:xfrm>
                <a:off x="3761447" y="3244868"/>
                <a:ext cx="401400" cy="312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C2590A-3756-E23D-BBD4-B1A5AB825C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43807" y="3227228"/>
                  <a:ext cx="437040" cy="348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996E54F-A231-98CB-8161-EAE80910D400}"/>
              </a:ext>
            </a:extLst>
          </p:cNvPr>
          <p:cNvSpPr txBox="1"/>
          <p:nvPr/>
        </p:nvSpPr>
        <p:spPr>
          <a:xfrm>
            <a:off x="7147403" y="3069241"/>
            <a:ext cx="2862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Wenn das null </a:t>
            </a:r>
            <a:r>
              <a:rPr lang="en-US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ist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beende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und return 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DB8B1B4-E0B3-0290-F660-625242DAF715}"/>
                  </a:ext>
                </a:extLst>
              </p14:cNvPr>
              <p14:cNvContentPartPr/>
              <p14:nvPr/>
            </p14:nvContentPartPr>
            <p14:xfrm>
              <a:off x="2182127" y="3204188"/>
              <a:ext cx="16632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DB8B1B4-E0B3-0290-F660-625242DAF7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8127" y="3096188"/>
                <a:ext cx="273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4D71CE4-5863-3183-AEAD-B35801CB17C3}"/>
                  </a:ext>
                </a:extLst>
              </p14:cNvPr>
              <p14:cNvContentPartPr/>
              <p14:nvPr/>
            </p14:nvContentPartPr>
            <p14:xfrm>
              <a:off x="2734367" y="3154868"/>
              <a:ext cx="1095120" cy="23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4D71CE4-5863-3183-AEAD-B35801CB17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80367" y="3047228"/>
                <a:ext cx="12027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27A48CA-C180-03E6-C66A-F6D74772A29A}"/>
                  </a:ext>
                </a:extLst>
              </p14:cNvPr>
              <p14:cNvContentPartPr/>
              <p14:nvPr/>
            </p14:nvContentPartPr>
            <p14:xfrm>
              <a:off x="3464807" y="1980908"/>
              <a:ext cx="82440" cy="3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27A48CA-C180-03E6-C66A-F6D74772A2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10807" y="1873268"/>
                <a:ext cx="1900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8E9EA11-0298-4859-7170-72E48D4047CC}"/>
                  </a:ext>
                </a:extLst>
              </p14:cNvPr>
              <p14:cNvContentPartPr/>
              <p14:nvPr/>
            </p14:nvContentPartPr>
            <p14:xfrm>
              <a:off x="2646887" y="3660668"/>
              <a:ext cx="221400" cy="11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8E9EA11-0298-4859-7170-72E48D4047C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93247" y="3553028"/>
                <a:ext cx="3290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0B7689-2212-E1AA-D7A1-054291A8FC5F}"/>
                  </a:ext>
                </a:extLst>
              </p14:cNvPr>
              <p14:cNvContentPartPr/>
              <p14:nvPr/>
            </p14:nvContentPartPr>
            <p14:xfrm>
              <a:off x="3514546" y="1927645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0B7689-2212-E1AA-D7A1-054291A8FC5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60906" y="1820005"/>
                <a:ext cx="108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7226D1AC-12B9-29AC-1298-DF6A09EC6CB3}"/>
              </a:ext>
            </a:extLst>
          </p:cNvPr>
          <p:cNvGrpSpPr/>
          <p:nvPr/>
        </p:nvGrpSpPr>
        <p:grpSpPr>
          <a:xfrm>
            <a:off x="1582367" y="3520268"/>
            <a:ext cx="174600" cy="485640"/>
            <a:chOff x="1582367" y="3520268"/>
            <a:chExt cx="17460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ECE9E1F-3A17-193A-FE6C-ABABAE375178}"/>
                    </a:ext>
                  </a:extLst>
                </p14:cNvPr>
                <p14:cNvContentPartPr/>
                <p14:nvPr/>
              </p14:nvContentPartPr>
              <p14:xfrm>
                <a:off x="1582367" y="3539708"/>
                <a:ext cx="131040" cy="466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ECE9E1F-3A17-193A-FE6C-ABABAE3751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64367" y="3521708"/>
                  <a:ext cx="16668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D63AE5-F8C7-52AC-D431-1DE15537FE2E}"/>
                    </a:ext>
                  </a:extLst>
                </p14:cNvPr>
                <p14:cNvContentPartPr/>
                <p14:nvPr/>
              </p14:nvContentPartPr>
              <p14:xfrm>
                <a:off x="1633127" y="3520268"/>
                <a:ext cx="123840" cy="171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D63AE5-F8C7-52AC-D431-1DE15537FE2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15487" y="3502628"/>
                  <a:ext cx="15948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38D3912-5CD9-2425-8265-B9ACCE0B930F}"/>
                  </a:ext>
                </a:extLst>
              </p14:cNvPr>
              <p14:cNvContentPartPr/>
              <p14:nvPr/>
            </p14:nvContentPartPr>
            <p14:xfrm>
              <a:off x="3727247" y="1953908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38D3912-5CD9-2425-8265-B9ACCE0B930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73247" y="184626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9C70031-F303-C80E-4BEA-568D22A7FF3B}"/>
                  </a:ext>
                </a:extLst>
              </p14:cNvPr>
              <p14:cNvContentPartPr/>
              <p14:nvPr/>
            </p14:nvContentPartPr>
            <p14:xfrm>
              <a:off x="3945407" y="1972268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9C70031-F303-C80E-4BEA-568D22A7FF3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91407" y="186462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7A6150E-395F-0D35-D2BC-4A75D6F99E9C}"/>
                  </a:ext>
                </a:extLst>
              </p14:cNvPr>
              <p14:cNvContentPartPr/>
              <p14:nvPr/>
            </p14:nvContentPartPr>
            <p14:xfrm>
              <a:off x="4155647" y="1976228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7A6150E-395F-0D35-D2BC-4A75D6F99E9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01647" y="186822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F3B0FF6-45C1-A468-2E2F-4D34BC35AB62}"/>
                  </a:ext>
                </a:extLst>
              </p14:cNvPr>
              <p14:cNvContentPartPr/>
              <p14:nvPr/>
            </p14:nvContentPartPr>
            <p14:xfrm>
              <a:off x="4405847" y="1969028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F3B0FF6-45C1-A468-2E2F-4D34BC35AB6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52207" y="186138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D4988A6-1135-CCA8-E4BA-404BEA922DCE}"/>
                  </a:ext>
                </a:extLst>
              </p14:cNvPr>
              <p14:cNvContentPartPr/>
              <p14:nvPr/>
            </p14:nvContentPartPr>
            <p14:xfrm>
              <a:off x="1752287" y="4150628"/>
              <a:ext cx="1127160" cy="40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D4988A6-1135-CCA8-E4BA-404BEA922DC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98647" y="4042988"/>
                <a:ext cx="1234800" cy="2563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9E52F2E-FFB6-6846-8001-D9B80FE47789}"/>
              </a:ext>
            </a:extLst>
          </p:cNvPr>
          <p:cNvSpPr txBox="1"/>
          <p:nvPr/>
        </p:nvSpPr>
        <p:spPr>
          <a:xfrm>
            <a:off x="6342647" y="4621427"/>
            <a:ext cx="2010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44432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9153-1318-9C85-0DC9-BAA4EE2E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34B8-B682-0C2F-273E-5255D402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1E41ABAC-4813-E256-2C53-E42D283A6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373" y="518077"/>
            <a:ext cx="11205253" cy="602187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599E521-1B1B-AD48-C020-95F237A70763}"/>
              </a:ext>
            </a:extLst>
          </p:cNvPr>
          <p:cNvGrpSpPr/>
          <p:nvPr/>
        </p:nvGrpSpPr>
        <p:grpSpPr>
          <a:xfrm>
            <a:off x="4713699" y="3241429"/>
            <a:ext cx="2581200" cy="312480"/>
            <a:chOff x="3761447" y="3244868"/>
            <a:chExt cx="258120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BF69F2B-E36D-856E-A5E9-419961FEBE69}"/>
                    </a:ext>
                  </a:extLst>
                </p14:cNvPr>
                <p14:cNvContentPartPr/>
                <p14:nvPr/>
              </p14:nvContentPartPr>
              <p14:xfrm>
                <a:off x="3767927" y="3286628"/>
                <a:ext cx="2574720" cy="163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BF69F2B-E36D-856E-A5E9-419961FEBE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49927" y="3268628"/>
                  <a:ext cx="2610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825C71-934A-E86F-634C-3588CA7B7AF1}"/>
                    </a:ext>
                  </a:extLst>
                </p14:cNvPr>
                <p14:cNvContentPartPr/>
                <p14:nvPr/>
              </p14:nvContentPartPr>
              <p14:xfrm>
                <a:off x="3761447" y="3244868"/>
                <a:ext cx="401400" cy="312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825C71-934A-E86F-634C-3588CA7B7A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43807" y="3227228"/>
                  <a:ext cx="437040" cy="348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525F94B-C649-06E1-BB93-0919D8748961}"/>
              </a:ext>
            </a:extLst>
          </p:cNvPr>
          <p:cNvSpPr txBox="1"/>
          <p:nvPr/>
        </p:nvSpPr>
        <p:spPr>
          <a:xfrm>
            <a:off x="7747163" y="3045297"/>
            <a:ext cx="2862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Wenn das null </a:t>
            </a:r>
            <a:r>
              <a:rPr lang="en-US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ist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beende</a:t>
            </a:r>
            <a:r>
              <a:rPr lang="en-US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und return -1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9EA036-AE98-AD65-E825-0B9EA3763452}"/>
                  </a:ext>
                </a:extLst>
              </p14:cNvPr>
              <p14:cNvContentPartPr/>
              <p14:nvPr/>
            </p14:nvContentPartPr>
            <p14:xfrm>
              <a:off x="2182127" y="3204188"/>
              <a:ext cx="16632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9EA036-AE98-AD65-E825-0B9EA37634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8127" y="3096188"/>
                <a:ext cx="273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0A3C189-4580-0011-E96B-B7F192D99313}"/>
                  </a:ext>
                </a:extLst>
              </p14:cNvPr>
              <p14:cNvContentPartPr/>
              <p14:nvPr/>
            </p14:nvContentPartPr>
            <p14:xfrm>
              <a:off x="2734367" y="3154868"/>
              <a:ext cx="1095120" cy="23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0A3C189-4580-0011-E96B-B7F192D9931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80367" y="3047228"/>
                <a:ext cx="12027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E03263B-FEE2-DE23-56D9-08E7F51FCCA8}"/>
                  </a:ext>
                </a:extLst>
              </p14:cNvPr>
              <p14:cNvContentPartPr/>
              <p14:nvPr/>
            </p14:nvContentPartPr>
            <p14:xfrm>
              <a:off x="2646887" y="3660668"/>
              <a:ext cx="221400" cy="111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E03263B-FEE2-DE23-56D9-08E7F51FCC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93247" y="3553028"/>
                <a:ext cx="32904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5FADEF3E-B056-D57C-535B-46192FA19B31}"/>
              </a:ext>
            </a:extLst>
          </p:cNvPr>
          <p:cNvGrpSpPr/>
          <p:nvPr/>
        </p:nvGrpSpPr>
        <p:grpSpPr>
          <a:xfrm>
            <a:off x="1582367" y="3520268"/>
            <a:ext cx="174600" cy="485640"/>
            <a:chOff x="1582367" y="3520268"/>
            <a:chExt cx="17460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463BE8-4335-D711-A9EF-EF9B91480B88}"/>
                    </a:ext>
                  </a:extLst>
                </p14:cNvPr>
                <p14:cNvContentPartPr/>
                <p14:nvPr/>
              </p14:nvContentPartPr>
              <p14:xfrm>
                <a:off x="1582367" y="3539708"/>
                <a:ext cx="131040" cy="466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463BE8-4335-D711-A9EF-EF9B91480B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64367" y="3521708"/>
                  <a:ext cx="16668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8C3593-B0FC-0523-879F-355EA509B4E8}"/>
                    </a:ext>
                  </a:extLst>
                </p14:cNvPr>
                <p14:cNvContentPartPr/>
                <p14:nvPr/>
              </p14:nvContentPartPr>
              <p14:xfrm>
                <a:off x="1633127" y="3520268"/>
                <a:ext cx="123840" cy="171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8C3593-B0FC-0523-879F-355EA509B4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15487" y="3502628"/>
                  <a:ext cx="15948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6E21D5-E925-B936-F4E0-743B8E5DDAA6}"/>
                  </a:ext>
                </a:extLst>
              </p14:cNvPr>
              <p14:cNvContentPartPr/>
              <p14:nvPr/>
            </p14:nvContentPartPr>
            <p14:xfrm>
              <a:off x="3432696" y="2233978"/>
              <a:ext cx="115560" cy="3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6E21D5-E925-B936-F4E0-743B8E5DDA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79056" y="2125978"/>
                <a:ext cx="223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3BEA6C-922A-A313-5A58-869F38E28944}"/>
                  </a:ext>
                </a:extLst>
              </p14:cNvPr>
              <p14:cNvContentPartPr/>
              <p14:nvPr/>
            </p14:nvContentPartPr>
            <p14:xfrm>
              <a:off x="3480936" y="211841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3BEA6C-922A-A313-5A58-869F38E2894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427296" y="201041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B05AE24-6EA0-DEB0-60B5-C5A3889860F0}"/>
                  </a:ext>
                </a:extLst>
              </p14:cNvPr>
              <p14:cNvContentPartPr/>
              <p14:nvPr/>
            </p14:nvContentPartPr>
            <p14:xfrm>
              <a:off x="3692616" y="2222818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B05AE24-6EA0-DEB0-60B5-C5A3889860F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638616" y="211517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849C0DC-15EB-EEB0-DE3E-673BDC71B6B9}"/>
                  </a:ext>
                </a:extLst>
              </p14:cNvPr>
              <p14:cNvContentPartPr/>
              <p14:nvPr/>
            </p14:nvContentPartPr>
            <p14:xfrm>
              <a:off x="3609096" y="3652738"/>
              <a:ext cx="1024560" cy="597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849C0DC-15EB-EEB0-DE3E-673BDC71B6B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55096" y="3544738"/>
                <a:ext cx="1132200" cy="2754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CAC71DE-B01E-4C7F-E84E-52823F66A793}"/>
              </a:ext>
            </a:extLst>
          </p:cNvPr>
          <p:cNvSpPr txBox="1"/>
          <p:nvPr/>
        </p:nvSpPr>
        <p:spPr>
          <a:xfrm>
            <a:off x="7905235" y="4545817"/>
            <a:ext cx="13870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</a:p>
          <a:p>
            <a:r>
              <a:rPr lang="en-US" sz="28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7972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5A3D-F436-E2AB-E627-D496E20D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Klausur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569E2-D78C-153E-2395-4E6FD7A64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/>
              <a:t>verschwendet</a:t>
            </a:r>
            <a:r>
              <a:rPr lang="en-US" sz="2800" dirty="0"/>
              <a:t> </a:t>
            </a:r>
            <a:r>
              <a:rPr lang="en-US" sz="2800" dirty="0" err="1"/>
              <a:t>eure</a:t>
            </a:r>
            <a:r>
              <a:rPr lang="en-US" sz="2800" dirty="0"/>
              <a:t> </a:t>
            </a:r>
            <a:r>
              <a:rPr lang="en-US" sz="2800" dirty="0" err="1"/>
              <a:t>Klausur-Versuche</a:t>
            </a:r>
            <a:r>
              <a:rPr lang="en-US" sz="2800" dirty="0"/>
              <a:t> nicht!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39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2963</TotalTime>
  <Words>884</Words>
  <Application>Microsoft Macintosh PowerPoint</Application>
  <PresentationFormat>Widescreen</PresentationFormat>
  <Paragraphs>175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Google Sans</vt:lpstr>
      <vt:lpstr>Aptos</vt:lpstr>
      <vt:lpstr>Arial</vt:lpstr>
      <vt:lpstr>Calibri</vt:lpstr>
      <vt:lpstr>Gill Sans MT</vt:lpstr>
      <vt:lpstr>Parcel</vt:lpstr>
      <vt:lpstr>TUT 15- Klausurvorbereitung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Klausur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2026-02-08T18:12:36Z</dcterms:created>
  <dcterms:modified xsi:type="dcterms:W3CDTF">2026-02-10T19:35:48Z</dcterms:modified>
</cp:coreProperties>
</file>