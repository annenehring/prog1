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9" r:id="rId3"/>
    <p:sldId id="872" r:id="rId4"/>
    <p:sldId id="875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8" r:id="rId13"/>
    <p:sldId id="260" r:id="rId14"/>
    <p:sldId id="873" r:id="rId15"/>
    <p:sldId id="874" r:id="rId16"/>
    <p:sldId id="876" r:id="rId17"/>
    <p:sldId id="877" r:id="rId18"/>
    <p:sldId id="878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4B44C-03BB-EC40-8EC5-6AF97B4392E5}" v="28" dt="2026-01-06T14:42:46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/>
    <p:restoredTop sz="94590"/>
  </p:normalViewPr>
  <p:slideViewPr>
    <p:cSldViewPr snapToGrid="0">
      <p:cViewPr varScale="1">
        <p:scale>
          <a:sx n="105" d="100"/>
          <a:sy n="105" d="100"/>
        </p:scale>
        <p:origin x="1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6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88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9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2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21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90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61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00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3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3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A4C46F3-934D-C545-9BDC-5CB657E929E7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2C83350-B5DF-894B-B427-85A9ED861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67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04A7-6DA3-267D-43C7-C5A5E65381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FAD56-CBE9-AA1A-5B76-791A9B9D84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1901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B1A5-C02B-009E-A888-A9548BB3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C1D4-7F43-9A74-573B-6729ADC4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Komplexität</a:t>
            </a:r>
            <a:endParaRPr lang="en-US" sz="2400" dirty="0"/>
          </a:p>
          <a:p>
            <a:r>
              <a:rPr lang="en-US" sz="2400" dirty="0" err="1"/>
              <a:t>Abastract</a:t>
            </a:r>
            <a:r>
              <a:rPr lang="en-US" sz="2400" dirty="0"/>
              <a:t> Data Types</a:t>
            </a:r>
          </a:p>
          <a:p>
            <a:r>
              <a:rPr lang="en-US" sz="2400" dirty="0"/>
              <a:t>Linked List</a:t>
            </a:r>
          </a:p>
          <a:p>
            <a:r>
              <a:rPr lang="en-US" sz="2400" dirty="0"/>
              <a:t>trees</a:t>
            </a:r>
          </a:p>
        </p:txBody>
      </p:sp>
    </p:spTree>
    <p:extLst>
      <p:ext uri="{BB962C8B-B14F-4D97-AF65-F5344CB8AC3E}">
        <p14:creationId xmlns:p14="http://schemas.microsoft.com/office/powerpoint/2010/main" val="14840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18E4-DA9C-851A-CA1A-C2DC5F31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Komplexität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ECDEA-AD33-17DF-0034-BD87AED0F293}"/>
              </a:ext>
            </a:extLst>
          </p:cNvPr>
          <p:cNvSpPr txBox="1"/>
          <p:nvPr/>
        </p:nvSpPr>
        <p:spPr>
          <a:xfrm>
            <a:off x="1581150" y="3059668"/>
            <a:ext cx="5734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for (int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++)       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O(n)</a:t>
            </a:r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C6E8F-E579-D40C-F7CA-B3916F558141}"/>
              </a:ext>
            </a:extLst>
          </p:cNvPr>
          <p:cNvSpPr txBox="1"/>
          <p:nvPr/>
        </p:nvSpPr>
        <p:spPr>
          <a:xfrm>
            <a:off x="3962400" y="470458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for (int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++)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 for (int j = 0; j &lt; n;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j++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)     </a:t>
            </a:r>
            <a:r>
              <a:rPr lang="en-US" sz="3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O(n²)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3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CFAC-819D-9691-4239-3F2197D5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Log(n) -&gt; </a:t>
            </a:r>
            <a:r>
              <a:rPr lang="en-US" dirty="0" err="1"/>
              <a:t>wieso</a:t>
            </a:r>
            <a:r>
              <a:rPr lang="en-US" dirty="0"/>
              <a:t>?</a:t>
            </a: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93C538B-205C-6F86-494C-C8B530BC48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7605" y="2581275"/>
            <a:ext cx="4954875" cy="3867837"/>
          </a:xfrm>
        </p:spPr>
      </p:pic>
    </p:spTree>
    <p:extLst>
      <p:ext uri="{BB962C8B-B14F-4D97-AF65-F5344CB8AC3E}">
        <p14:creationId xmlns:p14="http://schemas.microsoft.com/office/powerpoint/2010/main" val="1662938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15AA-09B0-5F12-4511-612AC025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ADT-List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BD175-2E06-BF55-C037-63A72DE27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geordnete</a:t>
            </a:r>
            <a:r>
              <a:rPr lang="en-US" dirty="0"/>
              <a:t>, </a:t>
            </a:r>
            <a:r>
              <a:rPr lang="en-US" dirty="0" err="1"/>
              <a:t>lineare</a:t>
            </a:r>
            <a:r>
              <a:rPr lang="en-US" dirty="0"/>
              <a:t> </a:t>
            </a:r>
            <a:r>
              <a:rPr lang="en-US" dirty="0" err="1"/>
              <a:t>Folge</a:t>
            </a:r>
            <a:r>
              <a:rPr lang="en-US" dirty="0"/>
              <a:t> von </a:t>
            </a:r>
            <a:r>
              <a:rPr lang="en-US" dirty="0" err="1"/>
              <a:t>Elementen</a:t>
            </a:r>
            <a:endParaRPr lang="en-US" dirty="0"/>
          </a:p>
          <a:p>
            <a:r>
              <a:rPr lang="en-US" dirty="0" err="1"/>
              <a:t>Typische</a:t>
            </a:r>
            <a:r>
              <a:rPr lang="en-US" dirty="0"/>
              <a:t> </a:t>
            </a:r>
            <a:r>
              <a:rPr lang="en-US" dirty="0" err="1"/>
              <a:t>operationen</a:t>
            </a:r>
            <a:r>
              <a:rPr lang="en-US" dirty="0"/>
              <a:t>:  add, remove, get(index), size</a:t>
            </a:r>
          </a:p>
          <a:p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mehrfach</a:t>
            </a:r>
            <a:r>
              <a:rPr lang="en-US" dirty="0"/>
              <a:t> </a:t>
            </a:r>
            <a:r>
              <a:rPr lang="en-US" dirty="0" err="1"/>
              <a:t>vorkommen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012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0955-3FDF-391E-2D65-5C313377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ADT-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409D6-7A2D-9268-2930-C6F60F291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FIFO-</a:t>
            </a:r>
            <a:r>
              <a:rPr lang="en-US" dirty="0" err="1"/>
              <a:t>Prinzip</a:t>
            </a:r>
            <a:r>
              <a:rPr lang="en-US" dirty="0"/>
              <a:t> (First in, First Out)</a:t>
            </a:r>
          </a:p>
          <a:p>
            <a:r>
              <a:rPr lang="en-US" dirty="0" err="1"/>
              <a:t>Operationene</a:t>
            </a:r>
            <a:r>
              <a:rPr lang="en-US" dirty="0"/>
              <a:t>: enqueue, dequeue, peek</a:t>
            </a:r>
          </a:p>
        </p:txBody>
      </p:sp>
      <p:pic>
        <p:nvPicPr>
          <p:cNvPr id="3074" name="Picture 2" descr="Stack, Queue, Deque in Java">
            <a:extLst>
              <a:ext uri="{FF2B5EF4-FFF2-40B4-BE49-F238E27FC236}">
                <a16:creationId xmlns:a16="http://schemas.microsoft.com/office/drawing/2014/main" id="{6B576F72-CC9F-FB09-BC49-8BD6F872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67150"/>
            <a:ext cx="7620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4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C4FA-9572-645A-08FE-398401514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ADT- stack</a:t>
            </a:r>
          </a:p>
        </p:txBody>
      </p:sp>
      <p:sp>
        <p:nvSpPr>
          <p:cNvPr id="4103" name="Rectangle 4102">
            <a:extLst>
              <a:ext uri="{FF2B5EF4-FFF2-40B4-BE49-F238E27FC236}">
                <a16:creationId xmlns:a16="http://schemas.microsoft.com/office/drawing/2014/main" id="{02A23054-E6F3-4F7A-98D5-89F7670E2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745B81E-78EE-472F-A0B3-8DBDBDE5B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Java Stack Class Tutorial with Examples | CalliCoder">
            <a:extLst>
              <a:ext uri="{FF2B5EF4-FFF2-40B4-BE49-F238E27FC236}">
                <a16:creationId xmlns:a16="http://schemas.microsoft.com/office/drawing/2014/main" id="{F0B4E1C9-6EAD-A66B-DAB2-F7F1950E1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8689" y="1293275"/>
            <a:ext cx="5417644" cy="427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44785-587E-325C-6DD9-963832DC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r>
              <a:rPr lang="en-US" dirty="0"/>
              <a:t>LIFO-</a:t>
            </a:r>
            <a:r>
              <a:rPr lang="en-US" dirty="0" err="1"/>
              <a:t>Prinzip</a:t>
            </a:r>
            <a:r>
              <a:rPr lang="en-US" dirty="0"/>
              <a:t> (Last In, First Out)</a:t>
            </a:r>
          </a:p>
          <a:p>
            <a:r>
              <a:rPr lang="en-US" dirty="0" err="1"/>
              <a:t>Operarionen</a:t>
            </a:r>
            <a:r>
              <a:rPr lang="en-US" dirty="0"/>
              <a:t>: push, pop, peek</a:t>
            </a:r>
          </a:p>
        </p:txBody>
      </p:sp>
    </p:spTree>
    <p:extLst>
      <p:ext uri="{BB962C8B-B14F-4D97-AF65-F5344CB8AC3E}">
        <p14:creationId xmlns:p14="http://schemas.microsoft.com/office/powerpoint/2010/main" val="1271522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88059-584D-7717-283F-B96EC4C8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Adt</a:t>
            </a:r>
            <a:r>
              <a:rPr lang="en-US" dirty="0"/>
              <a:t> -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08876-3EE5-E78E-4CA8-89EEAC2E1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Ungeordnete</a:t>
            </a:r>
            <a:r>
              <a:rPr lang="en-US" dirty="0"/>
              <a:t> </a:t>
            </a:r>
            <a:r>
              <a:rPr lang="en-US" dirty="0" err="1"/>
              <a:t>Sammlung</a:t>
            </a:r>
            <a:r>
              <a:rPr lang="en-US" dirty="0"/>
              <a:t>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Dublikate</a:t>
            </a:r>
            <a:r>
              <a:rPr lang="en-US" dirty="0"/>
              <a:t> </a:t>
            </a:r>
          </a:p>
          <a:p>
            <a:r>
              <a:rPr lang="en-US" dirty="0" err="1"/>
              <a:t>Operationen</a:t>
            </a:r>
            <a:r>
              <a:rPr lang="en-US" dirty="0"/>
              <a:t>: add, remove, contains</a:t>
            </a:r>
          </a:p>
          <a:p>
            <a:r>
              <a:rPr lang="en-US" dirty="0"/>
              <a:t>Gut </a:t>
            </a:r>
            <a:r>
              <a:rPr lang="en-US" dirty="0" err="1"/>
              <a:t>zum</a:t>
            </a:r>
            <a:r>
              <a:rPr lang="en-US" dirty="0"/>
              <a:t> filter </a:t>
            </a:r>
            <a:r>
              <a:rPr lang="en-US" dirty="0" err="1"/>
              <a:t>eindeutiger</a:t>
            </a:r>
            <a:r>
              <a:rPr lang="en-US" dirty="0"/>
              <a:t> </a:t>
            </a:r>
            <a:r>
              <a:rPr lang="en-US" dirty="0" err="1"/>
              <a:t>Werte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65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8DF7-F861-997F-0392-AAB4DD35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/>
              <a:t>ADT -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AB17-2125-EB39-B5DA-B9F2543F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r>
              <a:rPr lang="en-US" dirty="0" err="1"/>
              <a:t>Schlüssel</a:t>
            </a:r>
            <a:r>
              <a:rPr lang="en-US" dirty="0"/>
              <a:t>-Wert-</a:t>
            </a:r>
            <a:r>
              <a:rPr lang="en-US" dirty="0" err="1"/>
              <a:t>Paare</a:t>
            </a:r>
            <a:endParaRPr lang="en-US" dirty="0"/>
          </a:p>
          <a:p>
            <a:r>
              <a:rPr lang="en-US" dirty="0" err="1"/>
              <a:t>Jeder</a:t>
            </a:r>
            <a:r>
              <a:rPr lang="en-US" dirty="0"/>
              <a:t> </a:t>
            </a:r>
            <a:r>
              <a:rPr lang="en-US" dirty="0" err="1"/>
              <a:t>Schlüssel</a:t>
            </a:r>
            <a:r>
              <a:rPr lang="en-US" dirty="0"/>
              <a:t> </a:t>
            </a:r>
            <a:r>
              <a:rPr lang="en-US" dirty="0" err="1"/>
              <a:t>verweist</a:t>
            </a:r>
            <a:r>
              <a:rPr lang="en-US" dirty="0"/>
              <a:t> </a:t>
            </a:r>
            <a:r>
              <a:rPr lang="en-US" dirty="0" err="1"/>
              <a:t>eindeutig</a:t>
            </a:r>
            <a:r>
              <a:rPr lang="en-US" dirty="0"/>
              <a:t> auf </a:t>
            </a:r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Wert</a:t>
            </a:r>
          </a:p>
          <a:p>
            <a:r>
              <a:rPr lang="en-US" dirty="0" err="1"/>
              <a:t>Operationen</a:t>
            </a:r>
            <a:r>
              <a:rPr lang="en-US" dirty="0"/>
              <a:t>: put, get, remove, </a:t>
            </a:r>
            <a:r>
              <a:rPr lang="en-US" dirty="0" err="1"/>
              <a:t>containsKey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3721A6-FEC0-463C-9B9C-B96C6888E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0E3799-9952-4F22-9C21-8EA2CA25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java map&#10;&#10;AI-generated content may be incorrect.">
            <a:extLst>
              <a:ext uri="{FF2B5EF4-FFF2-40B4-BE49-F238E27FC236}">
                <a16:creationId xmlns:a16="http://schemas.microsoft.com/office/drawing/2014/main" id="{0A9ED6DC-FAFB-94DC-ABBF-9EEF644E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9" y="1992299"/>
            <a:ext cx="4782312" cy="2881343"/>
          </a:xfrm>
          <a:prstGeom prst="rect">
            <a:avLst/>
          </a:prstGeom>
        </p:spPr>
      </p:pic>
      <p:sp>
        <p:nvSpPr>
          <p:cNvPr id="6" name="AutoShape 6" descr="Java Map Explained – Master Key-Value Data Structures Fast">
            <a:extLst>
              <a:ext uri="{FF2B5EF4-FFF2-40B4-BE49-F238E27FC236}">
                <a16:creationId xmlns:a16="http://schemas.microsoft.com/office/drawing/2014/main" id="{4124EA98-4742-FFAB-91C3-CF5787FA9E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811780" cy="281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05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93B1-F463-8575-E40D-F0BB56091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 err="1"/>
              <a:t>Adt</a:t>
            </a:r>
            <a:r>
              <a:rPr lang="en-US" dirty="0"/>
              <a:t> -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BB4E8-4B4A-2488-C6F1-5E73C2841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r>
              <a:rPr lang="en-US" dirty="0" err="1"/>
              <a:t>Hierarchische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aud</a:t>
            </a:r>
            <a:r>
              <a:rPr lang="en-US" dirty="0"/>
              <a:t> Knoten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Eltern</a:t>
            </a:r>
            <a:r>
              <a:rPr lang="en-US" dirty="0"/>
              <a:t>-Kind-</a:t>
            </a:r>
            <a:r>
              <a:rPr lang="en-US" dirty="0" err="1"/>
              <a:t>Berziehung</a:t>
            </a:r>
            <a:endParaRPr lang="en-US" dirty="0"/>
          </a:p>
          <a:p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Wurzel, </a:t>
            </a:r>
            <a:r>
              <a:rPr lang="en-US" dirty="0" err="1"/>
              <a:t>Zyklen</a:t>
            </a:r>
            <a:r>
              <a:rPr lang="en-US" dirty="0"/>
              <a:t> nicht </a:t>
            </a:r>
            <a:r>
              <a:rPr lang="en-US" dirty="0" err="1"/>
              <a:t>erlaubt</a:t>
            </a:r>
            <a:endParaRPr lang="en-US" dirty="0"/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3721A6-FEC0-463C-9B9C-B96C6888E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0E3799-9952-4F22-9C21-8EA2CA25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F595CAEE-16B1-342D-6A2C-D9E1D5ADC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488" y="1293275"/>
            <a:ext cx="4118914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7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00A6B-3AF3-DD5F-0D8E-B33E1A58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 dirty="0"/>
              <a:t>ADT-Graph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77F15-D163-0EE1-1955-2FF67E7A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r>
              <a:rPr lang="en-US" dirty="0"/>
              <a:t>Knoten und Kanten, die </a:t>
            </a:r>
            <a:r>
              <a:rPr lang="en-US" dirty="0" err="1"/>
              <a:t>Beziehungen</a:t>
            </a:r>
            <a:r>
              <a:rPr lang="en-US" dirty="0"/>
              <a:t> </a:t>
            </a:r>
            <a:r>
              <a:rPr lang="en-US" dirty="0" err="1"/>
              <a:t>darstellen</a:t>
            </a:r>
            <a:endParaRPr lang="en-US" dirty="0"/>
          </a:p>
          <a:p>
            <a:r>
              <a:rPr lang="en-US" dirty="0" err="1"/>
              <a:t>gerichtet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ungerichtete</a:t>
            </a:r>
            <a:r>
              <a:rPr lang="en-US" dirty="0"/>
              <a:t> (</a:t>
            </a:r>
            <a:r>
              <a:rPr lang="en-US" dirty="0" err="1"/>
              <a:t>Zyklus</a:t>
            </a:r>
            <a:r>
              <a:rPr lang="en-US" dirty="0"/>
              <a:t> </a:t>
            </a:r>
            <a:r>
              <a:rPr lang="en-US" dirty="0" err="1"/>
              <a:t>erlaubt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3721A6-FEC0-463C-9B9C-B96C6888E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0E3799-9952-4F22-9C21-8EA2CA25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group of people&#10;&#10;AI-generated content may be incorrect.">
            <a:extLst>
              <a:ext uri="{FF2B5EF4-FFF2-40B4-BE49-F238E27FC236}">
                <a16:creationId xmlns:a16="http://schemas.microsoft.com/office/drawing/2014/main" id="{A80C7F67-4125-1AD1-F211-74496565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9" y="1310820"/>
            <a:ext cx="4782312" cy="424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1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C7BE-49C8-5745-9EB7-20517F21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6410"/>
            <a:ext cx="7729728" cy="1188720"/>
          </a:xfrm>
        </p:spPr>
        <p:txBody>
          <a:bodyPr/>
          <a:lstStyle/>
          <a:p>
            <a:r>
              <a:rPr lang="en-US" dirty="0"/>
              <a:t>LinkedList</a:t>
            </a:r>
          </a:p>
        </p:txBody>
      </p:sp>
      <p:pic>
        <p:nvPicPr>
          <p:cNvPr id="1026" name="Picture 2" descr="Linked List (Data Structure)">
            <a:extLst>
              <a:ext uri="{FF2B5EF4-FFF2-40B4-BE49-F238E27FC236}">
                <a16:creationId xmlns:a16="http://schemas.microsoft.com/office/drawing/2014/main" id="{A145A4FE-CEF2-F1B8-D255-E940F3AC48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78"/>
          <a:stretch>
            <a:fillRect/>
          </a:stretch>
        </p:blipFill>
        <p:spPr bwMode="auto">
          <a:xfrm>
            <a:off x="3196566" y="2585892"/>
            <a:ext cx="8911614" cy="24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9455628-6481-BE79-9224-E2157E048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57" y="3887412"/>
            <a:ext cx="3341013" cy="2784178"/>
          </a:xfrm>
          <a:prstGeom prst="rect">
            <a:avLst/>
          </a:prstGeom>
        </p:spPr>
      </p:pic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6EA6548-2E50-A24E-DEA6-2163395943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894"/>
          <a:stretch>
            <a:fillRect/>
          </a:stretch>
        </p:blipFill>
        <p:spPr>
          <a:xfrm>
            <a:off x="83821" y="1375130"/>
            <a:ext cx="3160988" cy="2444792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F723F00A-45AA-3A2A-DCB2-B49871BF7BE4}"/>
              </a:ext>
            </a:extLst>
          </p:cNvPr>
          <p:cNvSpPr/>
          <p:nvPr/>
        </p:nvSpPr>
        <p:spPr>
          <a:xfrm>
            <a:off x="2739366" y="4412109"/>
            <a:ext cx="914400" cy="297180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BBB9693-D210-E146-6346-D35E2FFE1766}"/>
              </a:ext>
            </a:extLst>
          </p:cNvPr>
          <p:cNvSpPr/>
          <p:nvPr/>
        </p:nvSpPr>
        <p:spPr>
          <a:xfrm>
            <a:off x="2617470" y="3429000"/>
            <a:ext cx="1036296" cy="390922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73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CFEB-109C-C2CA-60EA-49056DFE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6DB0E788-9DEE-A81E-45D3-B3BD16F25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178" y="578195"/>
            <a:ext cx="9368332" cy="5701609"/>
          </a:xfrm>
        </p:spPr>
      </p:pic>
    </p:spTree>
    <p:extLst>
      <p:ext uri="{BB962C8B-B14F-4D97-AF65-F5344CB8AC3E}">
        <p14:creationId xmlns:p14="http://schemas.microsoft.com/office/powerpoint/2010/main" val="71551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3943D-1429-9FA5-812E-5D051AED1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line of circles and text&#10;&#10;AI-generated content may be incorrect.">
            <a:extLst>
              <a:ext uri="{FF2B5EF4-FFF2-40B4-BE49-F238E27FC236}">
                <a16:creationId xmlns:a16="http://schemas.microsoft.com/office/drawing/2014/main" id="{A5ADFA8F-6868-C15B-3E5B-2163DBEEB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001" y="2528022"/>
            <a:ext cx="8809998" cy="3036003"/>
          </a:xfrm>
        </p:spPr>
      </p:pic>
    </p:spTree>
    <p:extLst>
      <p:ext uri="{BB962C8B-B14F-4D97-AF65-F5344CB8AC3E}">
        <p14:creationId xmlns:p14="http://schemas.microsoft.com/office/powerpoint/2010/main" val="3064453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FE7F-BAA5-CE10-1324-7F069836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21B87E9E-78F5-D12A-FC7E-173EBD266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4738" y="850582"/>
            <a:ext cx="9102523" cy="5156835"/>
          </a:xfrm>
        </p:spPr>
      </p:pic>
    </p:spTree>
    <p:extLst>
      <p:ext uri="{BB962C8B-B14F-4D97-AF65-F5344CB8AC3E}">
        <p14:creationId xmlns:p14="http://schemas.microsoft.com/office/powerpoint/2010/main" val="3051790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5414-7BE4-4008-0B31-E30A5E04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Sorted Binary Trees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468E6-EF98-E06D-7EA5-8F1285179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4522A-C691-4F68-84C3-4ABAD2F7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2F9AC-B2D0-4F61-B15D-48754CA25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96C4BC-9752-F8A3-0069-0A7480EF8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465"/>
          <a:stretch>
            <a:fillRect/>
          </a:stretch>
        </p:blipFill>
        <p:spPr>
          <a:xfrm>
            <a:off x="4823366" y="1385824"/>
            <a:ext cx="6227064" cy="22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1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704C-73CB-185A-CEDC-6DCA2AC1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Sorted Binary Trees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CD2417-DDB2-E23D-E2AC-6A2FA0C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en-US" sz="2400" dirty="0"/>
              <a:t>Wo 11 </a:t>
            </a:r>
            <a:r>
              <a:rPr lang="en-US" sz="2400" dirty="0" err="1"/>
              <a:t>einfügen</a:t>
            </a:r>
            <a:r>
              <a:rPr lang="en-US" sz="2400" dirty="0"/>
              <a:t>? </a:t>
            </a:r>
          </a:p>
          <a:p>
            <a:r>
              <a:rPr lang="en-US" sz="2400" dirty="0"/>
              <a:t>Wo 15 </a:t>
            </a:r>
            <a:r>
              <a:rPr lang="en-US" sz="2400" dirty="0" err="1"/>
              <a:t>einfügen</a:t>
            </a:r>
            <a:r>
              <a:rPr lang="en-US" sz="24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4522A-C691-4F68-84C3-4ABAD2F7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2F9AC-B2D0-4F61-B15D-48754CA25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3D7F92E8-047B-9F33-7C43-B00EF83B7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698" y="1293275"/>
            <a:ext cx="5486400" cy="427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6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D2396-8E61-7411-5124-60B69917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4476806" cy="1188720"/>
          </a:xfrm>
        </p:spPr>
        <p:txBody>
          <a:bodyPr>
            <a:normAutofit/>
          </a:bodyPr>
          <a:lstStyle/>
          <a:p>
            <a:r>
              <a:rPr lang="en-US"/>
              <a:t>Durch Bäume iterieren</a:t>
            </a:r>
            <a:endParaRPr lang="en-U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E53BFDC-CBAF-59A9-A767-3030AF6AB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4492932" cy="3263206"/>
          </a:xfrm>
        </p:spPr>
        <p:txBody>
          <a:bodyPr>
            <a:normAutofit/>
          </a:bodyPr>
          <a:lstStyle/>
          <a:p>
            <a:r>
              <a:rPr lang="en-US" dirty="0"/>
              <a:t>Pre-order = </a:t>
            </a:r>
          </a:p>
          <a:p>
            <a:r>
              <a:rPr lang="en-US" dirty="0"/>
              <a:t>Post-order = </a:t>
            </a:r>
          </a:p>
          <a:p>
            <a:r>
              <a:rPr lang="en-US" dirty="0"/>
              <a:t>In-Order =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3721A6-FEC0-463C-9B9C-B96C6888E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0E3799-9952-4F22-9C21-8EA2CA25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CD52C5D4-0EA1-3FF0-EBD0-4E351D4A9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9" y="1567869"/>
            <a:ext cx="4782312" cy="3730203"/>
          </a:xfrm>
          <a:prstGeom prst="rect">
            <a:avLst/>
          </a:prstGeom>
        </p:spPr>
      </p:pic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3BB592-DFF1-DA09-880D-6847476049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465"/>
          <a:stretch>
            <a:fillRect/>
          </a:stretch>
        </p:blipFill>
        <p:spPr>
          <a:xfrm>
            <a:off x="866508" y="4191278"/>
            <a:ext cx="6227064" cy="22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84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1795</TotalTime>
  <Words>225</Words>
  <Application>Microsoft Macintosh PowerPoint</Application>
  <PresentationFormat>Widescreen</PresentationFormat>
  <Paragraphs>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Gill Sans MT</vt:lpstr>
      <vt:lpstr>Parcel</vt:lpstr>
      <vt:lpstr>Tutorial10</vt:lpstr>
      <vt:lpstr>TOdo</vt:lpstr>
      <vt:lpstr>Komplexität</vt:lpstr>
      <vt:lpstr>Log(n) -&gt; wieso?</vt:lpstr>
      <vt:lpstr>ADT-List</vt:lpstr>
      <vt:lpstr>ADT- Queue</vt:lpstr>
      <vt:lpstr>ADT- stack</vt:lpstr>
      <vt:lpstr>Adt - set</vt:lpstr>
      <vt:lpstr>ADT - Map</vt:lpstr>
      <vt:lpstr>Adt - Tree</vt:lpstr>
      <vt:lpstr>ADT-Graph</vt:lpstr>
      <vt:lpstr>LinkedList</vt:lpstr>
      <vt:lpstr>PowerPoint Presentation</vt:lpstr>
      <vt:lpstr>PowerPoint Presentation</vt:lpstr>
      <vt:lpstr>PowerPoint Presentation</vt:lpstr>
      <vt:lpstr>Sorted Binary Trees</vt:lpstr>
      <vt:lpstr>Sorted Binary Trees</vt:lpstr>
      <vt:lpstr>Durch Bäume iterieren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2026-01-05T08:47:41Z</dcterms:created>
  <dcterms:modified xsi:type="dcterms:W3CDTF">2026-01-06T21:12:42Z</dcterms:modified>
</cp:coreProperties>
</file>