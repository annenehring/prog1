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7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0D648-3862-D34B-86E3-827D2C724468}" v="2" dt="2025-12-02T11:12:29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07"/>
    <p:restoredTop sz="94646"/>
  </p:normalViewPr>
  <p:slideViewPr>
    <p:cSldViewPr snapToGrid="0">
      <p:cViewPr>
        <p:scale>
          <a:sx n="74" d="100"/>
          <a:sy n="74" d="100"/>
        </p:scale>
        <p:origin x="24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7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8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4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0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8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3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0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45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7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3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3CE5FB8-B4F0-8141-8401-FCB2624464D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3F03615-BD2C-7743-8B9E-250A085C8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42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B63F-99C4-5B55-7DFD-FABF8314C6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357AB-CA4D-3B18-BB4C-86E217FF22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156905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9358A-1896-32E1-5767-6A3D06E6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89C81-A1A1-63C6-2387-25D873A5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Wrapper Klassen</a:t>
            </a:r>
          </a:p>
          <a:p>
            <a:r>
              <a:rPr lang="en-US" sz="2400" dirty="0" err="1"/>
              <a:t>Vererbung</a:t>
            </a:r>
            <a:endParaRPr lang="en-US" sz="2400" dirty="0"/>
          </a:p>
          <a:p>
            <a:r>
              <a:rPr lang="en-US" sz="2400" dirty="0"/>
              <a:t>Super</a:t>
            </a:r>
          </a:p>
          <a:p>
            <a:r>
              <a:rPr lang="en-US" sz="2400" dirty="0"/>
              <a:t>Abstract classes</a:t>
            </a:r>
          </a:p>
          <a:p>
            <a:r>
              <a:rPr lang="en-US" sz="2400" dirty="0"/>
              <a:t>Object creation </a:t>
            </a:r>
            <a:r>
              <a:rPr lang="en-US" sz="2400" dirty="0" err="1"/>
              <a:t>Reihenfolge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13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367E-96F6-C4B2-5630-A021B6F3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73740"/>
            <a:ext cx="7729728" cy="1188720"/>
          </a:xfrm>
        </p:spPr>
        <p:txBody>
          <a:bodyPr/>
          <a:lstStyle/>
          <a:p>
            <a:r>
              <a:rPr lang="en-US" dirty="0"/>
              <a:t>Wrapper</a:t>
            </a:r>
          </a:p>
        </p:txBody>
      </p:sp>
      <p:pic>
        <p:nvPicPr>
          <p:cNvPr id="5" name="Content Placeholder 4" descr="A table with a list of different types of data&#10;&#10;AI-generated content may be incorrect.">
            <a:extLst>
              <a:ext uri="{FF2B5EF4-FFF2-40B4-BE49-F238E27FC236}">
                <a16:creationId xmlns:a16="http://schemas.microsoft.com/office/drawing/2014/main" id="{8376DFA7-8A08-93E0-90BC-E5B7528DE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8533" y="2187943"/>
            <a:ext cx="5491265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1055B-BB74-16B8-5009-E632A71E89F1}"/>
              </a:ext>
            </a:extLst>
          </p:cNvPr>
          <p:cNvSpPr txBox="1"/>
          <p:nvPr/>
        </p:nvSpPr>
        <p:spPr>
          <a:xfrm>
            <a:off x="782216" y="310583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</a:rPr>
              <a:t>int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dirty="0">
                <a:effectLst/>
                <a:latin typeface="Courier New" panose="02070309020205020404" pitchFamily="49" charset="0"/>
              </a:rPr>
              <a:t> =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Integer.parseInteger</a:t>
            </a:r>
            <a:r>
              <a:rPr lang="en-US" dirty="0">
                <a:effectLst/>
                <a:latin typeface="Courier New" panose="02070309020205020404" pitchFamily="49" charset="0"/>
              </a:rPr>
              <a:t>("5");</a:t>
            </a:r>
          </a:p>
          <a:p>
            <a:pPr>
              <a:buNone/>
            </a:pPr>
            <a:r>
              <a:rPr lang="en-US" dirty="0" err="1"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dirty="0">
                <a:effectLst/>
                <a:latin typeface="Courier New" panose="02070309020205020404" pitchFamily="49" charset="0"/>
              </a:rPr>
              <a:t>(</a:t>
            </a:r>
            <a:r>
              <a:rPr lang="en-US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dirty="0">
                <a:effectLst/>
                <a:latin typeface="Courier New" panose="02070309020205020404" pitchFamily="49" charset="0"/>
              </a:rPr>
              <a:t>); //prints 5</a:t>
            </a:r>
          </a:p>
        </p:txBody>
      </p:sp>
      <p:pic>
        <p:nvPicPr>
          <p:cNvPr id="11" name="Picture 10" descr="A diagram of a value&#10;&#10;AI-generated content may be incorrect.">
            <a:extLst>
              <a:ext uri="{FF2B5EF4-FFF2-40B4-BE49-F238E27FC236}">
                <a16:creationId xmlns:a16="http://schemas.microsoft.com/office/drawing/2014/main" id="{B6B2FC0A-3D64-413F-CED3-91B4D2C0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67" y="4363612"/>
            <a:ext cx="4466009" cy="15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2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96BF-4C5C-6C3B-191A-CDD9C384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Vererbung</a:t>
            </a:r>
            <a:endParaRPr lang="en-US" dirty="0"/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07472871-1EC1-C40E-8B24-BA1674268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6582" y="2304118"/>
            <a:ext cx="6279217" cy="4215215"/>
          </a:xfrm>
        </p:spPr>
      </p:pic>
    </p:spTree>
    <p:extLst>
      <p:ext uri="{BB962C8B-B14F-4D97-AF65-F5344CB8AC3E}">
        <p14:creationId xmlns:p14="http://schemas.microsoft.com/office/powerpoint/2010/main" val="64332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DFA7-9E3E-CD69-EDE3-04762C62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computer code with many colorful text&#10;&#10;AI-generated content may be incorrect.">
            <a:extLst>
              <a:ext uri="{FF2B5EF4-FFF2-40B4-BE49-F238E27FC236}">
                <a16:creationId xmlns:a16="http://schemas.microsoft.com/office/drawing/2014/main" id="{E5C15C86-CE4E-DAA5-05DE-A22E2C6D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70" y="872521"/>
            <a:ext cx="9242059" cy="488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4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ABBF-ACB4-4F53-05D7-843CB0F2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34DED1-68BD-B55A-3CCF-3A83A0296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203" y="2210858"/>
            <a:ext cx="9881597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Unterklasse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auf Dinge der 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Oberklasse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zugreifen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bedeutet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„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Elternklasse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statt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 =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diesem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selbst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</a:p>
          <a:p>
            <a:pPr>
              <a:buClrTx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en-US" altLang="en-US" sz="2400" dirty="0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</a:t>
            </a:r>
            <a:r>
              <a:rPr lang="en-US" altLang="en-US" sz="2400" dirty="0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hat </a:t>
            </a:r>
            <a:r>
              <a:rPr lang="en-US" altLang="en-US" sz="2400" dirty="0" err="1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zwei</a:t>
            </a:r>
            <a:r>
              <a:rPr lang="en-US" altLang="en-US" sz="2400" dirty="0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wichtige</a:t>
            </a:r>
            <a:r>
              <a:rPr lang="en-US" altLang="en-US" sz="2400" dirty="0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Verwendungen</a:t>
            </a:r>
            <a:r>
              <a:rPr lang="en-US" altLang="en-US" sz="2400" dirty="0">
                <a:solidFill>
                  <a:srgbClr val="FFA9BA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FFA9B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super(...)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–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Aufruf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des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Konstruktors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der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Oberklasse</a:t>
            </a:r>
            <a:endParaRPr lang="en-US" altLang="en-US" sz="2400" dirty="0"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super.methodName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–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Aufruf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sz="24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Methode der </a:t>
            </a:r>
            <a:r>
              <a:rPr lang="en-US" altLang="en-US" sz="24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Oberklasse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11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3F36-9D5C-E542-55EC-F02CD902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code with text and arrows&#10;&#10;AI-generated content may be incorrect.">
            <a:extLst>
              <a:ext uri="{FF2B5EF4-FFF2-40B4-BE49-F238E27FC236}">
                <a16:creationId xmlns:a16="http://schemas.microsoft.com/office/drawing/2014/main" id="{F02B8CBC-FA52-9146-A3A3-89CD575FC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87" y="471386"/>
            <a:ext cx="11977225" cy="5315955"/>
          </a:xfrm>
        </p:spPr>
      </p:pic>
    </p:spTree>
    <p:extLst>
      <p:ext uri="{BB962C8B-B14F-4D97-AF65-F5344CB8AC3E}">
        <p14:creationId xmlns:p14="http://schemas.microsoft.com/office/powerpoint/2010/main" val="414112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B99E02-A322-F52D-6F4A-5BD8BC221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848" y="214813"/>
            <a:ext cx="9266303" cy="70712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30CD26F-E329-160F-D8B8-DDFA5476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415" y="1179292"/>
            <a:ext cx="4669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Objekt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Straßenfahrzeug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C3E5E-67C3-A3A2-94CE-41160D4AFDFF}"/>
              </a:ext>
            </a:extLst>
          </p:cNvPr>
          <p:cNvSpPr txBox="1"/>
          <p:nvPr/>
        </p:nvSpPr>
        <p:spPr>
          <a:xfrm>
            <a:off x="1462848" y="1091418"/>
            <a:ext cx="3084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Variable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sagt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nur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"Ich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behandle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Fahrzeug</a:t>
            </a:r>
            <a:r>
              <a:rPr lang="en-US" sz="240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32D30-4291-417E-075D-EC9AF6C8E699}"/>
              </a:ext>
            </a:extLst>
          </p:cNvPr>
          <p:cNvSpPr txBox="1"/>
          <p:nvPr/>
        </p:nvSpPr>
        <p:spPr>
          <a:xfrm>
            <a:off x="1462848" y="2768192"/>
            <a:ext cx="10298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a.anzRäder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geht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weil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Fahrzeug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kennt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dieses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Attribut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503432-A95D-743B-DFFC-0F81D3FC5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100" y="5532914"/>
            <a:ext cx="8761051" cy="90796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704C4FF-185A-DA6B-BE54-B483E3079D33}"/>
              </a:ext>
            </a:extLst>
          </p:cNvPr>
          <p:cNvSpPr/>
          <p:nvPr/>
        </p:nvSpPr>
        <p:spPr>
          <a:xfrm>
            <a:off x="3005181" y="3673510"/>
            <a:ext cx="5292152" cy="17743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Variablentyp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bestimmt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was du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benutzen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darfst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Objekttyp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bestimmt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was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wirklich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existiert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48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4F26-416A-D029-6B67-6933DEABD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24" y="373022"/>
            <a:ext cx="5012347" cy="1033495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A549-C22A-ABCB-2615-1C463752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24" y="1847477"/>
            <a:ext cx="5144576" cy="389616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Keine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Objekte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direkt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erstellbar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Absrakte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Methode: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Methode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ohne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Codeblock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Unterklasse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muss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überschreiben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echte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Methode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implementieren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err="1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Abstrakte</a:t>
            </a:r>
            <a:r>
              <a:rPr lang="en-US" sz="2400" dirty="0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Methoden</a:t>
            </a:r>
            <a:r>
              <a:rPr lang="en-US" sz="2400" dirty="0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nur</a:t>
            </a:r>
            <a:r>
              <a:rPr lang="en-US" sz="2400" dirty="0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abtsrakten</a:t>
            </a:r>
            <a:r>
              <a:rPr lang="en-US" sz="2400" dirty="0">
                <a:solidFill>
                  <a:srgbClr val="FFA9B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Klassen</a:t>
            </a:r>
          </a:p>
          <a:p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Können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auch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methoden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initialisierung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haben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müssen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nicjt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überschrieben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werden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5DB91E-B9A3-06BF-235B-187F287C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2" y="901700"/>
            <a:ext cx="6800848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31A2-37A0-BA1E-ADC1-5DE9C2BB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creation </a:t>
            </a:r>
            <a:r>
              <a:rPr lang="en-US" dirty="0" err="1"/>
              <a:t>Reihenfolge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1A7FFA-FAEA-E409-B695-A35D4F073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06502" y="2626580"/>
            <a:ext cx="8392166" cy="3266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ClrTx/>
              <a:buNone/>
            </a:pP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Regel 1 -Eine Klasse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wird</a:t>
            </a: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erst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geladen</a:t>
            </a: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wenn</a:t>
            </a: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sie</a:t>
            </a: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gebraucht</a:t>
            </a:r>
            <a:r>
              <a:rPr lang="en-US" alt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wird</a:t>
            </a:r>
            <a:endParaRPr lang="en-US" altLang="en-US" sz="2400" dirty="0">
              <a:solidFill>
                <a:schemeClr val="accent6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ClrTx/>
              <a:buNone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Regel2 - Bevor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Klasse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initialisiert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muss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ihre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Elternklasse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initialisiert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sein</a:t>
            </a:r>
          </a:p>
          <a:p>
            <a:pPr marL="0" indent="0">
              <a:lnSpc>
                <a:spcPct val="150000"/>
              </a:lnSpc>
              <a:buClrTx/>
              <a:buNone/>
            </a:pP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Regel 3 - Beim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Initialisieren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Klasse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werden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ALLE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statischen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Sachen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oben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–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nach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–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unten</a:t>
            </a:r>
            <a:r>
              <a:rPr lang="en-US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ausgeführt</a:t>
            </a:r>
            <a:endParaRPr lang="en-US" altLang="en-US" sz="2400" dirty="0">
              <a:solidFill>
                <a:schemeClr val="accent4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6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84F8-DA59-626C-710B-23CAE3CE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A03A4-2CC4-4FE3-A348-F0AEF8329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623" y="964692"/>
            <a:ext cx="10214754" cy="5113379"/>
          </a:xfrm>
        </p:spPr>
      </p:pic>
    </p:spTree>
    <p:extLst>
      <p:ext uri="{BB962C8B-B14F-4D97-AF65-F5344CB8AC3E}">
        <p14:creationId xmlns:p14="http://schemas.microsoft.com/office/powerpoint/2010/main" val="146853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2776</TotalTime>
  <Words>226</Words>
  <Application>Microsoft Macintosh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Gill Sans MT</vt:lpstr>
      <vt:lpstr>Parcel</vt:lpstr>
      <vt:lpstr>Tutorial 7</vt:lpstr>
      <vt:lpstr>TODO</vt:lpstr>
      <vt:lpstr>Wrapper</vt:lpstr>
      <vt:lpstr>Vererbung</vt:lpstr>
      <vt:lpstr>PowerPoint Presentation</vt:lpstr>
      <vt:lpstr>Super()</vt:lpstr>
      <vt:lpstr>PowerPoint Presentation</vt:lpstr>
      <vt:lpstr>PowerPoint Presentation</vt:lpstr>
      <vt:lpstr>abstract</vt:lpstr>
      <vt:lpstr>Object creation Reihenfolge</vt:lpstr>
      <vt:lpstr>PowerPoint Presentation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3</cp:revision>
  <dcterms:created xsi:type="dcterms:W3CDTF">2025-12-01T09:44:00Z</dcterms:created>
  <dcterms:modified xsi:type="dcterms:W3CDTF">2025-12-03T08:00:35Z</dcterms:modified>
</cp:coreProperties>
</file>