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63" r:id="rId4"/>
    <p:sldId id="271" r:id="rId5"/>
    <p:sldId id="261" r:id="rId6"/>
    <p:sldId id="275" r:id="rId7"/>
    <p:sldId id="276" r:id="rId8"/>
    <p:sldId id="278" r:id="rId9"/>
    <p:sldId id="279" r:id="rId10"/>
    <p:sldId id="281" r:id="rId11"/>
    <p:sldId id="282" r:id="rId12"/>
    <p:sldId id="283" r:id="rId13"/>
    <p:sldId id="284" r:id="rId14"/>
    <p:sldId id="25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AFF"/>
    <a:srgbClr val="E54ADD"/>
    <a:srgbClr val="41F29B"/>
    <a:srgbClr val="BC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4B684-D7FA-0344-988C-3C123FF50AB4}" v="105" dt="2025-11-25T11:11:07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72"/>
    <p:restoredTop sz="94603"/>
  </p:normalViewPr>
  <p:slideViewPr>
    <p:cSldViewPr snapToGrid="0">
      <p:cViewPr varScale="1">
        <p:scale>
          <a:sx n="47" d="100"/>
          <a:sy n="47" d="100"/>
        </p:scale>
        <p:origin x="208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28:29.44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8:41.0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11461 5817 24575,'39'-5'0,"47"-19"0,-13-8 0,9-10 0,-10 0 0,4-7 0,1-4-1049,-9 4 0,0-2 0,1-3 0,-1-1 1049,0-3 0,0-3 0,-2-1 0,0 0 0,-4 2 0,-1 0 0,-2-1 0,-2 2 227,8-11 1,-4 1 0,-6 0-228,-12 9 0,-4 1 0,-4 0 408,5-19 1,-10-2-409,-11-2 0,-9-2 0,-10-6 0,-8-1 0,-2 26 0,-4-1 0,-4 1-224,-5-5 0,-5-1 1,-2 2 223,-7-2 0,-3 2 0,-2-1 0,-4-4 0,-2 1 0,-2-2 142,8 15 1,-2 0 0,-1-1 0,-1 0-143,-4-2 0,-1-1 0,0 1 0,-2 0 0,-1 1 0,-1-1 0,0 2 0,-1 0 0,-1 3 0,0 0 0,-1 1 0,0 1 0,0 3 0,0 2 0,-1 0 0,0 2 0,0 0 0,0 2 0,-2 1 0,0-1 0,-3 1 0,-1 0 0,-1 0 0,-1 0 0,-4-3 0,-1 1 0,-1-1 0,-1 2 0,-2 0 0,0 0 0,-1 1 0,-1 1 0,-2 1 0,-1 0 0,0 2 0,-1 1 0,0 1 0,-1 1 0,0 1 0,-1 2-366,-1 1 1,-1 2 0,-1 1-1,0 0 366,-3 0 0,0 1 0,-1 0 0,-1 1 0,-1 0 0,-2 1 0,0 0 0,0 1 0,-1 1 0,0 0 0,-1 1 0,1 1 0,18 6 0,0 1 0,0 1 0,-1 0 0,0 1 0,-1 1 0,0 0 0,-1 0 0,-1 1 0,1 0 0,-3 0 0,0 0 0,0 1 0,-1 0 0,0-1-413,-1 1 0,-1 0 1,0 0-1,0 1 1,1-1 412,0 1 0,-1 0 0,1 0 0,1 1 0,0 0 0,4 2 0,0 0 0,1 0 0,0 2 0,2 0-147,-14-1 1,2 2 0,1 1 0,1 1 146,5 1 0,1 1 0,1 1 0,1 0 0,4 1 0,1 0 0,0 0 0,0 0 0,-20 0 0,1 0 0,-1 0 0,1 2 0,-1 1 0,0 1 0,-1 3 0,1 1 0,-1 2 0,-1 0 0,1 3 0,0 0 0,0 1 0,0 1 0,1 0 166,4-1 0,0 0 0,2-1-166,6-2 0,1-1 0,1 0 0,1-2 0,1 0 0,-1-2 0,-1-1 0,1-1 0,-1-1 0,2-1 0,1-1 0,0 0 0,0-1 0,1 0 0,0 0 0,3 1 0,1 0 0,0 1 464,3 1 1,0 1 0,1 1-465,0 1 0,0 0 0,2 3 0,-30 6 0,2 2 0,6 1 0,3 0 0,4 1 0,3-1 1127,6 1 1,1-3-1128,4-2 0,0-3 744,7-3 0,1-1-744,7-3 0,3-2 899,-38-2-899,20 0 372,14 0-372,12 0 0,11 0 0,5 2 0,3 2 0,1 2 0,1 0 0,3-3 0,1-2 0,7-1 0,2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8:48.3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957 1 24575,'-19'26'0,"-19"25"0,-23 24 0,19-25 0,-4 5 0,-17 19 0,-3 4 0,21-25 0,0-1 0,0 0 0,-18 23 0,1-4 0,11-12 0,5-7 0,-6 1 0,11-12 0,5-9 0,3-3 0,2 0 0,1-3 0,9-5 0,7-7 0,8-8 0,10-3 0,18 3 0,29 14 0,-5 0 0,5 4 0,16 9 0,4 4 0,12 5 0,3 1 0,-26-13 0,2 0 0,-1-2 0,25 11 0,-3-2 0,-11-7 0,-4-3 0,-16-6 0,-4-3 0,11 3 0,-24-9 0,-12-6 0,0 3 0,2 5 0,5 2 0,0 2 0,0-4 0,-5-3 0,-7-4 0,-6-4 0,-5-8 0,-4-10 0,-3-11 0,0-19 0,-2-26 0,-3 21 0,-2-3 0,-4-8 0,-3-2 0,-2-4 0,-1 1 0,-2 0 0,0 1 0,3 3 0,1 2 0,3 5 0,1 3 0,-6-35 0,8 20 0,3 14 0,1 1 0,-1-6 0,-6-8 0,-5-5 0,-3 3 0,0 9 0,5 15 0,8 22 0,2 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0.5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24575,'29'0'0,"12"0"0,20 0 0,19 0 0,-31 0 0,3 0 0,5 0 0,3 0 0,11 0 0,3 0 0,3 0 0,0 0 0,1 0 0,-1 0 0,-1 0 0,-1 0 0,-9 0 0,0 0 0,-3 0 0,-1 0 0,-3 0 0,-2 0 0,-3 0 0,-3 0 0,35 0 0,-25 0 0,-20 0 0,-16 0 0,-6 0 0,1 0 0,0 0 0,3 0 0,-3 0 0,-7 0 0,-5 0 0,-7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2.1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98 24575,'18'0'0,"16"0"0,26 0 0,25 0 0,-35 0 0,2 0 0,5 0 0,2 0 0,6 0 0,2 0 0,2 0 0,2 0 0,3-1 0,1-2 0,-3 0 0,-2-2 0,-5 0 0,-2-1 0,-5 0 0,0 0 0,-3 0 0,-1 0 0,-3 1 0,0 0 0,43-4 0,-13 0 0,-21 3 0,-16 3 0,-13 2 0,-5-1 0,4-2 0,0 1 0,0 0 0,-5 2 0,-10 1 0,-11 0 0,-3 0 0,-7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3.4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24575,'17'0'0,"30"0"0,28 0 0,-24 0 0,4 0 0,3 0 0,0 0 0,-4 0 0,-1 0 0,-1 0 0,-2 0 0,43 0 0,4 0 0,-43 0 0,-1 0 0,1 0 0,0 0 0,-3 0 0,-1 0 0,36 0 0,-17 0 0,-9 0 0,-8 0 0,2 0 0,1 0 0,3 0 0,-2 0 0,-7 0 0,-9 0 0,-11 0 0,-13 0 0,-7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4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24575,'7'5'0,"27"-2"0,48-1 0,-27-2 0,5 0 0,9 0 0,1 0 0,1 0 0,-2 0 0,-11 0 0,-3 0 0,-4 0 0,-1 0 0,34 0 0,-4 0 0,11 0 0,6 0 0,-46 0 0,0 0 0,0 0 0,0 0 0,0 0 0,0 0 0,45 0 0,-15 0 0,-21 0 0,-20 0 0,-18 0 0,-5 0 0,-5 0 0,1 0 0,2 0 0,-1 0 0,0 0 0,3 0 0,3 0 0,-2 0 0,-7-2 0,-5 2 0,-6-3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4:44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11346 986 24575,'16'0'0,"0"1"0,1 4 0,-3 7 0,-2 14 0,10 38 0,-5-18 0,1 4 0,3 11 0,0 4 0,0 6 0,-1 0 0,-5-5 0,-2 0 0,-3 1 0,-3-1 0,-2-1 0,-1-1 0,-2 1 0,-1 1 0,-4-2 0,-4-1 0,-1-3 0,-5-2 0,-3-4 0,-4-1 0,-7-1 0,-5-1 0,-4 2 0,-4-2 0,-13 6 0,-6-2 0,-14 5 0,-8-2-292,20-20 0,-3-2 1,-4-2 291,-8 0 0,-4-2 0,-2-2 0,-6-1 0,-4-2 0,-1-3-407,17-6 1,0-2 0,-2 0 0,-1-1 406,-3-1 0,0 0 0,-2-1 0,1-1 0,-1 1 0,-1-1 0,1 0 0,0-1 0,0-1 0,1-1 0,0 0 0,0 0 0,2-1 0,0 1 0,0-2 0,0 0 0,-1 0 0,1-2 0,-1 0 0,-1 0 0,-2-1 0,0-1 0,-1-1 0,-1 0 0,-3 0 0,-1 0 0,-1-1 0,-1-2-531,-4-1 1,-1-2-1,0-1 1,-1-3 530,18 0 0,-1-1 0,1-2 0,-1-1 0,0-2 0,-2-2 0,1-2 0,-1-1 0,1-2 0,0-1 0,0-4 0,0-1 0,0-2 0,1-2 0,1 0 0,1-1 0,1-1 0,1 0 0,0-2 0,1 0 0,0-1 0,1-1 0,1 0 0,0-1 0,1 0 0,-14-8 0,2 0 0,0 0 0,0 0 0,2 0 0,0 1 0,1 0 0,-2-1 0,14 9 0,-1 0 0,0 0 0,0-1 0,-1 1 0,-4-2 0,1 0 0,-2 0 0,1 0 0,-1 0 0,0-2 0,-1 1 0,0-1 0,0 0 0,2 1 0,2 2 0,2 0 0,-1 0 0,3 0 0,1 0-265,-8-4 0,2 0 1,1 0-1,3 0 265,-14-9 0,2 1 0,2-1 0,5 2 0,2 0 0,2 0 61,5 1 0,2 1 1,0-1-62,4 2 0,0 0 0,1 1 0,5 5 0,2 2 0,1 0 677,-21-13 0,1 3-677,7 5 0,1 3 1093,4 2 0,0 3-1093,4 0 0,0 2 662,-2 0 1,-1 2-663,2 1 0,1 2 316,8 4 0,1 2-316,-34-14 0,19 10 0,10 6 0,5 3 0,4 5 0,4 4 0,3 5 0,-7 3 0,-8 0 0,-12 0 0,-7 0 0,4 0 0,5 0 0,11 0 0,8 0 0,4 0 0,6 0 0,4 0 0,4 0 0,7 0 0,1 0 0,4-4 0,3-4 0,-1-6 0,8 5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4:49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24575,'8'0'0,"10"0"0,26 0 0,19 0 0,20 3 0,-28 6 0,2 5 0,2 3 0,-1 5 0,-5 1 0,-3 4 0,-5 2 0,-4 3 0,14 25 0,-2 7 0,-2 6 0,-6-4 0,-7-5 0,-9-10 0,-7-7 0,-6-6 0,-6-7 0,-6-4 0,-1-3 0,-3-1 0,0-1 0,0 1 0,-3-3 0,-7-3 0,-8-4 0,-10-2 0,-3-1 0,-3 0 0,-1 1 0,0 2 0,-1 3 0,5 2 0,3 0 0,4-3 0,4-1 0,2 1 0,2 2 0,1 3 0,3 3 0,2-1 0,4 0 0,3 0 0,0-4 0,3-2 0,2-2 0,6 2 0,5 3 0,7 2 0,2 2 0,7 0 0,8 1 0,7 0 0,7-2 0,-1-3 0,5-3 0,3-3 0,5 0 0,4-2 0,-2-2 0,-3-1 0,-3-2 0,-5-2 0,2-2 0,-4-2 0,-7 3 0,-8 0 0,-11 0 0,-13-1 0,-19-2 0,-22 0 0,-21 0 0,-15 0 0,-3 0 0,2 0 0,3 0 0,5 0 0,3 0 0,3 0 0,7 0 0,1 0 0,3 1 0,1 3 0,1 3 0,1 4 0,1 3 0,2 1 0,7 0 0,8 0 0,10-4 0,6 3 0,3 3 0,2 3 0,7 3 0,5-1 0,7 1 0,2-1 0,-1-3 0,-1-2 0,-3-2 0,-1-2 0,0 0 0,3 1 0,2 1 0,4 1 0,4 5 0,3 0 0,3 3 0,1 0 0,3 3 0,3 5 0,1 3 0,-1 3 0,-6-3 0,-7-3 0,-3 1 0,-6-3 0,-5-2 0,-6-2 0,-6-3 0,-3 3 0,-1 3 0,0 4 0,0 0 0,0-3 0,0-7 0,0-3 0,0-3 0,-3-3 0,-7 2 0,-8 2 0,-10 2 0,-5 1 0,-6 0 0,-2-2 0,-5 1 0,-7 2 0,-9-2 0,-5 0 0,-4-3 0,4-4 0,8-3 0,0-4 0,3-3 0,-3-3 0,-3 0 0,3 0 0,4 0 0,8 0 0,8 0 0,10 0 0,6 0 0,7 0 0,5 0 0,4 0 0,2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4:53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1077 32 24575,'-10'8'0,"-10"8"0,-18 15 0,-12 9 0,-3 2 0,4-6 0,4-8 0,-3-3 0,-4-3 0,-7 0 0,1-3 0,5 1 0,0 3 0,2 2 0,-1 3 0,-1 1 0,3-1 0,3-2 0,0-1 0,2-3 0,2-3 0,6-6 0,8-7 0,9-4 0,9-2 0,8 0 0,12 0 0,12 1 0,19 8 0,18 10 0,18 16 0,8 12 0,-4 5 0,-8-1 0,-13-3 0,-8-6 0,-4-1 0,2 2 0,3 5 0,8 5 0,0 0 0,-5-2 0,-4-6 0,-7-4 0,-3-3 0,-4 2 0,-6-2 0,-4-4 0,-6-8 0,-5-9 0,-3-3 0,-2 0 0,1 1 0,2-2 0,0-4 0,-5-8 0,-2-11 0,-5-16 0,-2-22 0,1-17 0,-1-14 0,0-2 0,0-7 0,0 39 0,0-2 0,0-7 0,0-2 0,0-5 0,0 0 0,0 3 0,0 2 0,0 8 0,0 4 0,0-23 0,0 30 0,0 15 0,0 8 0,0 4 0,0-3 0,0-1 0,0-6 0,0-3 0,0-3 0,0-6 0,0-1 0,-1-1 0,-2 3 0,-3 8 0,0 6 0,2 4 0,1 6 0,2 0 0,0 3 0,-2-1 0,0 0 0,-2 3 0,-1 0 0,-1 6 0,-4 5 0,5-2 0,1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0.5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24575,'29'0'0,"12"0"0,20 0 0,19 0 0,-31 0 0,3 0 0,5 0 0,3 0 0,11 0 0,3 0 0,3 0 0,0 0 0,1 0 0,-1 0 0,-1 0 0,-1 0 0,-9 0 0,0 0 0,-3 0 0,-1 0 0,-3 0 0,-2 0 0,-3 0 0,-3 0 0,35 0 0,-25 0 0,-20 0 0,-16 0 0,-6 0 0,1 0 0,0 0 0,3 0 0,-3 0 0,-7 0 0,-5 0 0,-7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2.1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98 24575,'18'0'0,"16"0"0,26 0 0,25 0 0,-35 0 0,2 0 0,5 0 0,2 0 0,6 0 0,2 0 0,2 0 0,2 0 0,3-1 0,1-2 0,-3 0 0,-2-2 0,-5 0 0,-2-1 0,-5 0 0,0 0 0,-3 0 0,-1 0 0,-3 1 0,0 0 0,43-4 0,-13 0 0,-21 3 0,-16 3 0,-13 2 0,-5-1 0,4-2 0,0 1 0,0 0 0,-5 2 0,-10 1 0,-11 0 0,-3 0 0,-7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3.4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24575,'17'0'0,"30"0"0,28 0 0,-24 0 0,4 0 0,3 0 0,0 0 0,-4 0 0,-1 0 0,-1 0 0,-2 0 0,43 0 0,4 0 0,-43 0 0,-1 0 0,1 0 0,0 0 0,-3 0 0,-1 0 0,36 0 0,-17 0 0,-9 0 0,-8 0 0,2 0 0,1 0 0,3 0 0,-2 0 0,-7 0 0,-9 0 0,-11 0 0,-13 0 0,-7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4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24575,'7'5'0,"27"-2"0,48-1 0,-27-2 0,5 0 0,9 0 0,1 0 0,1 0 0,-2 0 0,-11 0 0,-3 0 0,-4 0 0,-1 0 0,34 0 0,-4 0 0,11 0 0,6 0 0,-46 0 0,0 0 0,0 0 0,0 0 0,0 0 0,0 0 0,45 0 0,-15 0 0,-21 0 0,-20 0 0,-18 0 0,-5 0 0,-5 0 0,1 0 0,2 0 0,-1 0 0,0 0 0,3 0 0,3 0 0,-2 0 0,-7-2 0,-5 2 0,-6-3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9:56.7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59 24575,'18'0'0,"28"0"0,48 0 0,-7 0 0,13 0 0,-12 0 0,6 0 0,4 0 0,-15-1 0,2 1 0,2-1 0,3-1-557,-11 0 1,3 0-1,1-1 1,-1 0-1,-1 0 557,13-1 0,-2 0 0,0 0 0,-3 0 0,-9 0 0,-2 0 0,-2 0 0,-2 0 151,12 0 0,-3 1 0,-6 1-151,12 1 0,-4 2 0,0-1 0,1 0 0,7 0 0,3 0 0,-25 0 0,1 0 0,2 0-226,5-1 0,1 1 0,1 1 226,2-1 0,1 2 0,-2-1 0,-6 2 0,-1 0 0,-2 0 0,24 2 0,-6 0 0,-16 1 0,-6 0 1011,-15-3 0,-3 1-1011,37 3 221,-5 3-221,6 2 765,9 3-765,-44-9 0,2 1 0,5-1 0,1-1 0,3 1 0,1-1 0,2 1 0,2 0 0,3 2 0,0 1 0,1 0 0,1 1 0,1 1 0,0 1 0,-6 0 0,-3 0 0,-9-2 0,-5 0 0,24 8 0,-28-7 0,-22-5 0,-9-3 0,-1-3 0,2 0 0,4 0 0,-10 0 0,-2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9:58.2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20 24575,'52'0'0,"23"0"0,-17 0 0,5 0 0,14 0 0,3 0 0,11 0 0,3 0-353,-22 0 1,1 0-1,1 0 353,6 0 0,1 0 0,2 0 0,4 0 0,1 0 0,0 0 0,3 0 0,0 0 0,0 0 0,-3 0 0,-1 0 0,0 0 0,0 0 0,0 0 0,-1 0 0,-1-1 0,0-1 0,0 0 0,-1 1 0,0-1 0,0 0 0,-1 0 0,1 0 0,-2 1 0,-4-1 0,-2 0 0,-1 1 130,26 1 0,-4 0-130,-14 0 0,-5 0 0,-13 0 0,-4 0 0,37 0 0,-7 5 0,-4 4 798,-7 2-798,-12 0 0,-17-7 0,-26-3 0,-11-1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4:44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11346 986 24575,'16'0'0,"0"1"0,1 4 0,-3 7 0,-2 14 0,10 38 0,-5-18 0,1 4 0,3 11 0,0 4 0,0 6 0,-1 0 0,-5-5 0,-2 0 0,-3 1 0,-3-1 0,-2-1 0,-1-1 0,-2 1 0,-1 1 0,-4-2 0,-4-1 0,-1-3 0,-5-2 0,-3-4 0,-4-1 0,-7-1 0,-5-1 0,-4 2 0,-4-2 0,-13 6 0,-6-2 0,-14 5 0,-8-2-292,20-20 0,-3-2 1,-4-2 291,-8 0 0,-4-2 0,-2-2 0,-6-1 0,-4-2 0,-1-3-407,17-6 1,0-2 0,-2 0 0,-1-1 406,-3-1 0,0 0 0,-2-1 0,1-1 0,-1 1 0,-1-1 0,1 0 0,0-1 0,0-1 0,1-1 0,0 0 0,0 0 0,2-1 0,0 1 0,0-2 0,0 0 0,-1 0 0,1-2 0,-1 0 0,-1 0 0,-2-1 0,0-1 0,-1-1 0,-1 0 0,-3 0 0,-1 0 0,-1-1 0,-1-2-531,-4-1 1,-1-2-1,0-1 1,-1-3 530,18 0 0,-1-1 0,1-2 0,-1-1 0,0-2 0,-2-2 0,1-2 0,-1-1 0,1-2 0,0-1 0,0-4 0,0-1 0,0-2 0,1-2 0,1 0 0,1-1 0,1-1 0,1 0 0,0-2 0,1 0 0,0-1 0,1-1 0,1 0 0,0-1 0,1 0 0,-14-8 0,2 0 0,0 0 0,0 0 0,2 0 0,0 1 0,1 0 0,-2-1 0,14 9 0,-1 0 0,0 0 0,0-1 0,-1 1 0,-4-2 0,1 0 0,-2 0 0,1 0 0,-1 0 0,0-2 0,-1 1 0,0-1 0,0 0 0,2 1 0,2 2 0,2 0 0,-1 0 0,3 0 0,1 0-265,-8-4 0,2 0 1,1 0-1,3 0 265,-14-9 0,2 1 0,2-1 0,5 2 0,2 0 0,2 0 61,5 1 0,2 1 1,0-1-62,4 2 0,0 0 0,1 1 0,5 5 0,2 2 0,1 0 677,-21-13 0,1 3-677,7 5 0,1 3 1093,4 2 0,0 3-1093,4 0 0,0 2 662,-2 0 1,-1 2-663,2 1 0,1 2 316,8 4 0,1 2-316,-34-14 0,19 10 0,10 6 0,5 3 0,4 5 0,4 4 0,3 5 0,-7 3 0,-8 0 0,-12 0 0,-7 0 0,4 0 0,5 0 0,11 0 0,8 0 0,4 0 0,6 0 0,4 0 0,4 0 0,7 0 0,1 0 0,4-4 0,3-4 0,-1-6 0,8 5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4:49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24575,'8'0'0,"10"0"0,26 0 0,19 0 0,20 3 0,-28 6 0,2 5 0,2 3 0,-1 5 0,-5 1 0,-3 4 0,-5 2 0,-4 3 0,14 25 0,-2 7 0,-2 6 0,-6-4 0,-7-5 0,-9-10 0,-7-7 0,-6-6 0,-6-7 0,-6-4 0,-1-3 0,-3-1 0,0-1 0,0 1 0,-3-3 0,-7-3 0,-8-4 0,-10-2 0,-3-1 0,-3 0 0,-1 1 0,0 2 0,-1 3 0,5 2 0,3 0 0,4-3 0,4-1 0,2 1 0,2 2 0,1 3 0,3 3 0,2-1 0,4 0 0,3 0 0,0-4 0,3-2 0,2-2 0,6 2 0,5 3 0,7 2 0,2 2 0,7 0 0,8 1 0,7 0 0,7-2 0,-1-3 0,5-3 0,3-3 0,5 0 0,4-2 0,-2-2 0,-3-1 0,-3-2 0,-5-2 0,2-2 0,-4-2 0,-7 3 0,-8 0 0,-11 0 0,-13-1 0,-19-2 0,-22 0 0,-21 0 0,-15 0 0,-3 0 0,2 0 0,3 0 0,5 0 0,3 0 0,3 0 0,7 0 0,1 0 0,3 1 0,1 3 0,1 3 0,1 4 0,1 3 0,2 1 0,7 0 0,8 0 0,10-4 0,6 3 0,3 3 0,2 3 0,7 3 0,5-1 0,7 1 0,2-1 0,-1-3 0,-1-2 0,-3-2 0,-1-2 0,0 0 0,3 1 0,2 1 0,4 1 0,4 5 0,3 0 0,3 3 0,1 0 0,3 3 0,3 5 0,1 3 0,-1 3 0,-6-3 0,-7-3 0,-3 1 0,-6-3 0,-5-2 0,-6-2 0,-6-3 0,-3 3 0,-1 3 0,0 4 0,0 0 0,0-3 0,0-7 0,0-3 0,0-3 0,-3-3 0,-7 2 0,-8 2 0,-10 2 0,-5 1 0,-6 0 0,-2-2 0,-5 1 0,-7 2 0,-9-2 0,-5 0 0,-4-3 0,4-4 0,8-3 0,0-4 0,3-3 0,-3-3 0,-3 0 0,3 0 0,4 0 0,8 0 0,8 0 0,10 0 0,6 0 0,7 0 0,5 0 0,4 0 0,2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4:53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1077 32 24575,'-10'8'0,"-10"8"0,-18 15 0,-12 9 0,-3 2 0,4-6 0,4-8 0,-3-3 0,-4-3 0,-7 0 0,1-3 0,5 1 0,0 3 0,2 2 0,-1 3 0,-1 1 0,3-1 0,3-2 0,0-1 0,2-3 0,2-3 0,6-6 0,8-7 0,9-4 0,9-2 0,8 0 0,12 0 0,12 1 0,19 8 0,18 10 0,18 16 0,8 12 0,-4 5 0,-8-1 0,-13-3 0,-8-6 0,-4-1 0,2 2 0,3 5 0,8 5 0,0 0 0,-5-2 0,-4-6 0,-7-4 0,-3-3 0,-4 2 0,-6-2 0,-4-4 0,-6-8 0,-5-9 0,-3-3 0,-2 0 0,1 1 0,2-2 0,0-4 0,-5-8 0,-2-11 0,-5-16 0,-2-22 0,1-17 0,-1-14 0,0-2 0,0-7 0,0 39 0,0-2 0,0-7 0,0-2 0,0-5 0,0 0 0,0 3 0,0 2 0,0 8 0,0 4 0,0-23 0,0 30 0,0 15 0,0 8 0,0 4 0,0-3 0,0-1 0,0-6 0,0-3 0,0-3 0,0-6 0,0-1 0,-1-1 0,-2 3 0,-3 8 0,0 6 0,2 4 0,1 6 0,2 0 0,0 3 0,-2-1 0,0 0 0,-2 3 0,-1 0 0,-1 6 0,-4 5 0,5-2 0,1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0.5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24575,'29'0'0,"12"0"0,20 0 0,19 0 0,-31 0 0,3 0 0,5 0 0,3 0 0,11 0 0,3 0 0,3 0 0,0 0 0,1 0 0,-1 0 0,-1 0 0,-1 0 0,-9 0 0,0 0 0,-3 0 0,-1 0 0,-3 0 0,-2 0 0,-3 0 0,-3 0 0,35 0 0,-25 0 0,-20 0 0,-16 0 0,-6 0 0,1 0 0,0 0 0,3 0 0,-3 0 0,-7 0 0,-5 0 0,-7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2.1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98 24575,'18'0'0,"16"0"0,26 0 0,25 0 0,-35 0 0,2 0 0,5 0 0,2 0 0,6 0 0,2 0 0,2 0 0,2 0 0,3-1 0,1-2 0,-3 0 0,-2-2 0,-5 0 0,-2-1 0,-5 0 0,0 0 0,-3 0 0,-1 0 0,-3 1 0,0 0 0,43-4 0,-13 0 0,-21 3 0,-16 3 0,-13 2 0,-5-1 0,4-2 0,0 1 0,0 0 0,-5 2 0,-10 1 0,-11 0 0,-3 0 0,-7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3.4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24575,'17'0'0,"30"0"0,28 0 0,-24 0 0,4 0 0,3 0 0,0 0 0,-4 0 0,-1 0 0,-1 0 0,-2 0 0,43 0 0,4 0 0,-43 0 0,-1 0 0,1 0 0,0 0 0,-3 0 0,-1 0 0,36 0 0,-17 0 0,-9 0 0,-8 0 0,2 0 0,1 0 0,3 0 0,-2 0 0,-7 0 0,-9 0 0,-11 0 0,-13 0 0,-7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4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24575,'7'5'0,"27"-2"0,48-1 0,-27-2 0,5 0 0,9 0 0,1 0 0,1 0 0,-2 0 0,-11 0 0,-3 0 0,-4 0 0,-1 0 0,34 0 0,-4 0 0,11 0 0,6 0 0,-46 0 0,0 0 0,0 0 0,0 0 0,0 0 0,0 0 0,45 0 0,-15 0 0,-21 0 0,-20 0 0,-18 0 0,-5 0 0,-5 0 0,1 0 0,2 0 0,-1 0 0,0 0 0,3 0 0,3 0 0,-2 0 0,-7-2 0,-5 2 0,-6-3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9:56.7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59 24575,'18'0'0,"28"0"0,48 0 0,-7 0 0,13 0 0,-12 0 0,6 0 0,4 0 0,-15-1 0,2 1 0,2-1 0,3-1-557,-11 0 1,3 0-1,1-1 1,-1 0-1,-1 0 557,13-1 0,-2 0 0,0 0 0,-3 0 0,-9 0 0,-2 0 0,-2 0 0,-2 0 151,12 0 0,-3 1 0,-6 1-151,12 1 0,-4 2 0,0-1 0,1 0 0,7 0 0,3 0 0,-25 0 0,1 0 0,2 0-226,5-1 0,1 1 0,1 1 226,2-1 0,1 2 0,-2-1 0,-6 2 0,-1 0 0,-2 0 0,24 2 0,-6 0 0,-16 1 0,-6 0 1011,-15-3 0,-3 1-1011,37 3 221,-5 3-221,6 2 765,9 3-765,-44-9 0,2 1 0,5-1 0,1-1 0,3 1 0,1-1 0,2 1 0,2 0 0,3 2 0,0 1 0,1 0 0,1 1 0,1 1 0,0 1 0,-6 0 0,-3 0 0,-9-2 0,-5 0 0,24 8 0,-28-7 0,-22-5 0,-9-3 0,-1-3 0,2 0 0,4 0 0,-10 0 0,-2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9:58.2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20 24575,'52'0'0,"23"0"0,-17 0 0,5 0 0,14 0 0,3 0 0,11 0 0,3 0-353,-22 0 1,1 0-1,1 0 353,6 0 0,1 0 0,2 0 0,4 0 0,1 0 0,0 0 0,3 0 0,0 0 0,0 0 0,-3 0 0,-1 0 0,0 0 0,0 0 0,0 0 0,-1 0 0,-1-1 0,0-1 0,0 0 0,-1 1 0,0-1 0,0 0 0,-1 0 0,1 0 0,-2 1 0,-4-1 0,-2 0 0,-1 1 130,26 1 0,-4 0-130,-14 0 0,-5 0 0,-13 0 0,-4 0 0,37 0 0,-7 5 0,-4 4 798,-7 2-798,-12 0 0,-17-7 0,-26-3 0,-11-1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0.19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4545 24575,'10'0'0,"18"0"0,21 0 0,27 0 0,-18 0 0,3-1 0,2-1 0,-1-3 0,-3-1 0,-2-2 0,30-13 0,-38-13 0,-2-13 0,9-22 0,-23 24 0,0-1 0,1-3 0,-1-1 0,-2 2 0,0 0 0,21-36 0,-8 9 0,3-4 0,-22 35 0,1-1 0,4-6 0,1-2 0,5-6 0,0-2 0,1-2 0,0-1 0,1-5 0,0-3 0,-2-1 0,-1-2 0,-1-4 0,0-1 0,0-2 0,0 1 0,-2 3 0,-2 1 0,-3 5 0,-2 3 0,-3 7 0,-2 1 0,-3 6 0,-3 0 0,-2-1 0,-3-1 0,-2-5 0,-1-1 0,-3-3 0,-2 0 0,0 0 0,-2 2 0,1 3 0,0 1 0,1 3 0,-2 0 0,0-3 0,-2-1 0,-1-3 0,-4-1 0,-2 1 0,-4 0 0,-2 2 0,-4 2 0,-1 6 0,-3 2 0,1 4 0,-2 2 0,-25-38 0,-9 3 0,25 40 0,-4-1 0,-6-1 0,-4-1 0,-8-4 0,-2 2 0,-3 0 0,-1 2 0,-1 2 0,0 1 0,5 5 0,2 2 0,5 7 0,1 2 0,-35-13 0,13 12 0,-2 12 0,-10 7 0,-10 4 0,4 3 0,16 0 0,38 0 0,16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1.8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47 0 24575,'0'26'0,"0"15"0,0 30 0,0 10 0,0-15 0,0-16 0,0-23 0,0-4 0,0 4 0,0 6 0,0 3 0,0-4 0,0-6 0,0-7 0,0 7 0,-7 27 0,-1 34 0,3-29 0,0 3 0,-1 2 0,1 0 0,2-10 0,2-4 0,-3 21 0,1-31 0,3-18 0,0 11 0,0 27 0,0 22 0,0 8 0,0-18 0,0-32 0,0-21 0,0-13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3.6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765 1 24575,'-19'0'0,"-6"5"0,-10 8 0,-4 12 0,-3 12 0,-6 18 0,15-16 0,-1 2 0,-6 8 0,-1 1 0,-1 2 0,0 0 0,4-7 0,3-3 0,-12 17 0,21-23 0,10-18 0,-1 4 0,-10 9 0,-11 7 0,-3 4 0,10-12 0,23-10 0,42 9 0,54 19 0,-24-13 0,5 3 0,12 6 0,0 2 0,-2-3 0,-3-1 0,-11-6 0,-5-3 0,26 15 0,-35-18 0,-29-17 0,-13-6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2.1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98 24575,'18'0'0,"16"0"0,26 0 0,25 0 0,-35 0 0,2 0 0,5 0 0,2 0 0,6 0 0,2 0 0,2 0 0,2 0 0,3-1 0,1-2 0,-3 0 0,-2-2 0,-5 0 0,-2-1 0,-5 0 0,0 0 0,-3 0 0,-1 0 0,-3 1 0,0 0 0,43-4 0,-13 0 0,-21 3 0,-16 3 0,-13 2 0,-5-1 0,4-2 0,0 1 0,0 0 0,-5 2 0,-10 1 0,-11 0 0,-3 0 0,-7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3.4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24575,'17'0'0,"30"0"0,28 0 0,-24 0 0,4 0 0,3 0 0,0 0 0,-4 0 0,-1 0 0,-1 0 0,-2 0 0,43 0 0,4 0 0,-43 0 0,-1 0 0,1 0 0,0 0 0,-3 0 0,-1 0 0,36 0 0,-17 0 0,-9 0 0,-8 0 0,2 0 0,1 0 0,3 0 0,-2 0 0,-7 0 0,-9 0 0,-11 0 0,-13 0 0,-7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4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24575,'7'5'0,"27"-2"0,48-1 0,-27-2 0,5 0 0,9 0 0,1 0 0,1 0 0,-2 0 0,-11 0 0,-3 0 0,-4 0 0,-1 0 0,34 0 0,-4 0 0,11 0 0,6 0 0,-46 0 0,0 0 0,0 0 0,0 0 0,0 0 0,0 0 0,45 0 0,-15 0 0,-21 0 0,-20 0 0,-18 0 0,-5 0 0,-5 0 0,1 0 0,2 0 0,-1 0 0,0 0 0,3 0 0,3 0 0,-2 0 0,-7-2 0,-5 2 0,-6-3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1.8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19564,'7'4'0,"-2"-2"0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06.39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24575,'33'0'0,"44"0"0,-21 0 0,4 0 0,4 0 0,0 0 0,-4 0 0,-2 0 0,41 0 0,-9 0 0,5 0 0,1 0 0,-9 0 0,9 0 0,-46 0 0,2 0 0,1 0 0,2 0 0,0 0 0,-1 0 0,-2 0 0,-2 0 0,40 0 0,-14 0 0,-10 0 0,0 0 0,4 0 0,9 0 0,5 4 0,4 0 0,-5 4 0,-9 2 0,-10-2 0,-8 1 0,-6-2 0,-6-4 0,-8-2 0,-9-1 0,-13 0 0,-6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07.9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24575,'51'0'0,"30"0"0,-19 0 0,7 0 0,17 0 0,5 0 0,-24 0 0,1 0 0,2 0-273,6 0 1,2 0-1,-1 0 273,1 0 0,0 0 0,-1 0 0,0 0 0,0 0 0,0 0 0,-3 0 0,1 0 0,-2 0 0,-4 0 0,-1 0 0,0 0 0,30 0 0,-2 0 23,-6 0 0,0 0-23,-1 0 0,0 0 0,0 0 0,1 0 0,-3 0 0,0 0 0,-3 0 0,-2 0 0,-4 1 0,-2-1 0,-3 2 0,-1 0 0,1 0 0,0 0 306,2 0 0,1 0-306,3 0 0,1-1 80,3-1 0,-1 0-80,-3 0 0,-2 0 0,-2 0 0,-1 0 0,-7 0 0,-2 0 0,-5 0 0,-3 0 0,40 0 0,-21 0 0,-14 2 0,-8 5 0,7 4 0,6 2 0,8 1 0,-1-4 0,-12-1 0,-14-3 0,-25-2 0,-10-2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09.4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168 3993 24575,'10'-14'0,"10"-12"0,13-23 0,11-24 0,-6-13 0,-21 37 0,-2-2 0,-3-7 0,-2-1 0,-2-8 0,-2-4 0,0-17 0,2-6 0,-2 25 0,0-2 0,0-1-216,1-4 0,0-1 0,0-1 216,0-2 0,0 0 0,-1 0 0,-1 3 0,0 0 0,-2-1 0,0-4 0,-2-1 0,0 0 0,0 1 0,-1 0 0,0 1 0,0 1 0,0 1 0,-1 1 0,0 3 0,-2 0 0,-1 3 0,-5-23 0,-4 4 0,-3 3 0,-4 4 0,-2 6 0,-3 2 0,0 6 0,0 3 0,1 3 0,1 3 0,2 5 0,0 1 0,2 5 0,-1 1 648,-15-39-648,0 11 0,0 9 0,7 16 0,5 15 0,9 14 0,7 14 0,3 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11.0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0 952 24575,'0'-23'0,"0"-18"0,0-19 0,0-14 0,0-16 0,0 12 0,0 16 0,0 22 0,0 23 0,0-2 0,0-9 0,0-6 0,0 0 0,3 0 0,6-4 0,14-14 0,9-14 0,4-4 0,-4 15 0,-12 25 0,-9 23 0,-6 16 0,-5 6 0,5 5 0,6 2 0,23 14 0,35 26 0,-16-19 0,5 3 0,12 7 0,5 2 0,-21-16 0,1-1 0,1 0 0,29 15 0,0-2 0,-5-6 0,-1-1 0,-7-5 0,-2-2 0,-9-8 0,-4-1 0,28 14 0,-27-14 0,-24-11 0,-19-5 0,-9-7 0,-5-1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3.4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24575,'17'0'0,"30"0"0,28 0 0,-24 0 0,4 0 0,3 0 0,0 0 0,-4 0 0,-1 0 0,-1 0 0,-2 0 0,43 0 0,4 0 0,-43 0 0,-1 0 0,1 0 0,0 0 0,-3 0 0,-1 0 0,36 0 0,-17 0 0,-9 0 0,-8 0 0,2 0 0,1 0 0,3 0 0,-2 0 0,-7 0 0,-9 0 0,-11 0 0,-13 0 0,-7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4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24575,'7'5'0,"27"-2"0,48-1 0,-27-2 0,5 0 0,9 0 0,1 0 0,1 0 0,-2 0 0,-11 0 0,-3 0 0,-4 0 0,-1 0 0,34 0 0,-4 0 0,11 0 0,6 0 0,-46 0 0,0 0 0,0 0 0,0 0 0,0 0 0,0 0 0,45 0 0,-15 0 0,-21 0 0,-20 0 0,-18 0 0,-5 0 0,-5 0 0,1 0 0,2 0 0,-1 0 0,0 0 0,3 0 0,3 0 0,-2 0 0,-7-2 0,-5 2 0,-6-3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1.8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19564,'7'4'0,"-2"-2"0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23.45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55.0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29 24575,'42'0'0,"24"0"0,29 0 0,-40 0 0,2 0 0,1 0 0,1 0 0,-1-2 0,-1 1 0,-2-1 0,-1 0 0,-4 0 0,0 0 0,45-1 0,-2 0 0,0-1 0,-1 0 0,-5 1 0,-4 3 0,-9 0 0,-9 0 0,-4 0 0,0 0 0,6 0 0,3 0 0,-4 0 0,-4 0 0,-5 0 0,0 0 0,5 0 0,0 0 0,0 0 0,-8 0 0,-8 0 0,-1 0 0,1 0 0,-4 0 0,-5 0 0,-11 0 0,-14 0 0,-5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57.1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24575,'49'0'0,"-1"0"0,11 0 0,3 0 0,8 0 0,4 0 0,18 0 0,6 0 0,2 0-782,-18 0 0,3 0 1,1 0-1,-2 0 782,0 0 0,-1 0 0,-1 0 0,-2 0 0,16 0 0,-3 0 0,-2 0 61,-6 0 0,-1 0 0,-3 0-61,-5 0 0,-2 0 0,-1 0 0,2 0 0,0 0 0,-1 0 0,0 0 0,-1 0 0,0 0 0,-4 0 0,-1 0 0,0 0 0,1 0 0,-1 0 0,-1 0 346,23 0 1,-2 0-347,-6 3 0,-2 1 0,-14 3 0,-3 1 0,30 10 1574,-20 3-1574,-6-8 677,7-7-677,14 1 0,5-2 0,1 3 0,-13 1 0,-21-3 0,-16 1 0,-14-1 0,-8-1 0,5 1 0,12 0 0,14 4 0,18-2 0,8-1 0,1-4 0,-7-3 0,-17 0 0,-17 0 0,-21 0 0,-8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58.34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78 4549 24575,'15'-15'0,"7"-10"0,12-19 0,3-17 0,-14 14 0,-2-6 0,2-11 0,-1-7 0,-5 7 0,-1-6 0,2-3-659,-1 3 0,0-3 1,1-3-1,0-2 659,3-9 0,-1-4 0,1-1 0,-1-3-407,-2 12 1,0-3-1,0-1 1,0-1-1,-2-1 407,0-3 0,0-1 0,-1-1 0,-1-1 0,-1 0 0,-2-3 0,-1-1 0,-1 0 0,-1 0 0,-2 2 0,0 2 0,-2 1 0,0 1 0,-2 0 0,-1 3 0,-1 6 0,-2 2 0,-1 1 0,-1 2 0,-1 3-120,-3-29 0,-3 5 0,-3 7 120,-8-7 0,-7 11 0,-2 20 0,-7 9 0,-2 12 0,-4 5 840,-4 3 1,-2 1-841,-3-2 0,0 2 1439,4 4 1,2 1-1440,-23-18 468,26 19-468,21 20 0,16 7 0,2 6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59.9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1578 24575,'0'-24'0,"0"-15"0,0-8 0,0 2 0,0 3 0,0-22 0,0 14 0,0-4 0,0-20 0,0-4 0,0-6 0,0 1 0,0 8 0,0 5 0,0 12 0,0 5 0,0-8 0,0 23 0,0-4 0,1-20 0,5-20 0,4-3 0,-1 26 0,-1 21 0,-3 17 0,11 11 0,32 0 0,45 8 0,-15-3 0,8-2 0,-17 1 0,3-2 0,1-1-191,6-1 1,1-1 0,-1 0 190,-1 0 0,-1 0 0,-2 1 0,18-1 0,-4 3 0,-17 2 0,-5 3 0,28 2 0,-28 1 0,-18 0 0,-11 0 0,-7 0 142,-6 0 1,-12 0 0,-4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5:24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24575,'7'5'0,"27"-2"0,48-1 0,-27-2 0,5 0 0,9 0 0,1 0 0,1 0 0,-2 0 0,-11 0 0,-3 0 0,-4 0 0,-1 0 0,34 0 0,-4 0 0,11 0 0,6 0 0,-46 0 0,0 0 0,0 0 0,0 0 0,0 0 0,0 0 0,45 0 0,-15 0 0,-21 0 0,-20 0 0,-18 0 0,-5 0 0,-5 0 0,1 0 0,2 0 0,-1 0 0,0 0 0,3 0 0,3 0 0,-2 0 0,-7-2 0,-5 2 0,-6-3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1.8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19564,'7'4'0,"-2"-2"0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23.45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46.7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 24575,'22'0'0,"35"0"0,-4 0 0,7 0 0,22 0 0,9 0 0,-3 0 0,6 0 0,2 0-539,2 0 0,1-1 0,-1 3 539,1 3 0,0 2 0,-1 5 0,-5 3 0,-2 4 0,-3 6 0,-10 5 0,-3 5 0,-1 3 0,7 5 0,1 4 0,0 2 0,-16-10 0,1 2 0,0 0 0,0 1 0,4 2 0,-1 0 0,1 0 0,-1 0 0,-2-1 0,-1 0 0,0 0 0,0 0 0,0 1 0,1 0 0,-1-1 0,0 1 0,17 11 0,-1 0 0,-1 0 0,-2-1 0,-2-1 0,1 2 0,3 1 0,0 2 0,-1 0 0,-3-1 0,-2 1 0,-1 0 0,-3 1 0,0 1 0,-3 0 0,-4-2 0,-3 1 0,-3 0 88,-9-7 0,-3-1 0,-3 1-88,11 21 0,-6 1 0,-9 1 0,-7 5 0,-12-18 0,-2 4 0,-3 4-403,0 12 0,-2 4 0,-2 3 403,-3-15 0,-2 2 0,0 1 0,-2 1 0,0 4 0,-1 1 0,-1 1 0,-1 0-417,0 1 0,-1 2 0,0-1 0,-1 1 417,1 2 0,-1 1 0,0-1 0,-1 1 0,1 2 0,-2 0 0,0 0 0,-1 0 0,-1-1 0,-1 0 0,-1-1 0,-1-1 0,-1-5 0,0 0 0,-2-2 0,-1-1 8,-1-5 1,-1-1 0,-1-1-1,-2-2-8,-8 20 0,-2-2 0,-3-2 0,0-3 0,-2-2 0,-2-2 0,-3-1 0,-2-1 0,-2-2 0,-2 0 0,-3-1 0,-2-1 0,-2 0 0,-2 0 0,-2-2 0,-2 1 0,-3-2 0,0-1 0,-3-1 0,-1-1 0,-1-1 0,1-5 0,0-2 0,-1-2 0,2-6 0,0-1 0,0-3-58,1-3 1,0-2 0,-1-2 57,4-5 0,0-3 0,0-1 0,-24 8 0,1-4 543,5-7 1,2-3-544,3-5 0,1-1 883,5-4 0,1-2-883,3-2 0,1-2 582,0-2 0,0-2-582,2-2 0,0-1 175,-1-2 1,2-1-176,3 0 0,2-1 0,-40 0 0,22 0 0,20 0 0,17 0 0,12 0 0,10 0 0,2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49.1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340 1246 24575,'0'-13'0,"0"-15"0,0-21 0,-2-18 0,-2-3 0,-7 9 0,-3 17 0,0 10 0,-5-5 0,-5-12 0,-5-10 0,-2 2 0,7 15 0,7 18 0,6 12 0,2 5 0,1-1 0,-2 2 0,0-1 0,-2-3 0,1 1 0,0-3 0,2 0 0,1 5 0,0-5 0,-1-2 0,-3-5 0,0 0 0,3 4 0,7 4 0,18 7 0,34 2 0,43-1 0,-27-1 0,6-2 0,9-4 0,3-1 0,2-2 0,-1 0 0,-7 1 0,-3 1 0,-11 4 0,-3 1 0,-9 2 0,-3 0 0,35-4 0,4-8 0,6-1 0,-43 8 0,0-1 0,-1 1 0,-2-1 0,40-9 0,-14 0 0,-12 0 0,-8-1 0,-10 3 0,-7 1 0,-10 7 0,-9 3 0,-8 2 0,-7 3 0,-2-1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51.5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0 132 24575,'18'0'0,"19"0"0,29 0 0,29 0 0,-41 0 0,1 0 0,4 0 0,0 0 0,-3 0 0,1 0 0,-5 0 0,0 0 0,42 0 0,-7 0 0,5 0 0,-41 0 0,3 0 0,9 0 0,4 0 0,6-2 0,3 0 0,9 0 0,1-1 0,4 1 0,0-1 0,-3 0 0,0-1 0,-5 2 0,-2-1 0,-7-1 0,-2 0 0,-4 0 0,-1 0 0,1 0 0,0 0 0,2-1 0,2-1 0,6-1 0,3 0 0,4-2 0,0 1 0,0-1 0,0 1 0,-5 1 0,-2 1 0,-11 3 0,-4 0 0,35-1 0,-23 4 0,-8 0 0,3 0 0,14 0 0,-34 0 0,2 0 0,1 0 0,0 0 0,47 0 0,-15 0 0,-22 0 0,-14 3 0,-10 1 0,-7 3 0,-4-1 0,-14-3 0,-3-1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1.8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19564,'7'4'0,"-2"-2"0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23.45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24575,'0'0'0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4:04.2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1099 582 24575,'0'-9'0,"0"-4"0,0-6 0,0-1 0,-2 5 0,-3 5 0,-6 1 0,-10-3 0,-11-9 0,-10-4 0,-16-5 0,-9-5 0,-8-5 0,1-4 0,8 3 0,14 7 0,15 10 0,7 8 0,4 5 0,-4-1 0,-7-4 0,-6-2 0,-3 0 0,-4 1 0,3-1 0,-2 1 0,3 0 0,7 4 0,8 6 0,14 6 0,9 5 0,5 2 0,2 4 0,-4 24 0,-6 21 0,-3 11 0,1-4 0,5-22 0,6-12 0,2-3 0,0 6 0,0 9 0,0 7 0,2-2 0,3-9 0,3-9 0,3-9 0,-1-1 0,3 1 0,1 3 0,2 6 0,3 4 0,2 1 0,-2-1 0,0-3 0,-4-9 0,-3-2 0,3-3 0,3-3 0,5 3 0,6 1 0,5 1 0,3-2 0,5-1 0,2-4 0,-1-3 0,-4-3 0,-7-2 0,-8-1 0,-8 0 0,-3 0 0,-2-3 0,5-7 0,6-6 0,8-7 0,1-2 0,1 2 0,-5 2 0,-8 5 0,-7 5 0,-6 1 0,-3 0 0,0-8 0,8-16 0,6-12 0,8-8 0,-3 4 0,-3 16 0,-8 11 0,-6 11 0,-2 2 0,-3-4 0,0 1 0,-2 1 0,-4 3 0,2 6 0,-1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4:06.4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3 24575,'22'0'0,"55"0"0,6 0 0,14 0 0,-10 0 0,7 0 0,3 0-2458,-11 0 0,3 0 1,2 0-1,-1 0 2438,0 0 0,0 0 1,0 0-1,0 0 20,1 0 0,-1 1 0,1-1 0,-2-1 367,-5 1 0,-1-2 0,-1 1 0,-1 1-367,18 1 0,0 0 0,-3 2 402,-5 1 1,-2 3 0,-2 1-403,-14 2 0,-2 2 0,-1 3 0,2 4 0,0 3 0,-1 3 0,-1 1 0,-1 2 0,0 2 0,-2 2 0,0 1 0,-1 2 0,-2 2 0,0 1 0,-3 1 0,-4-1 0,-2 1 0,-2 0-76,24 22 1,-3 2 75,-2 4 0,-2 3 0,-1 0 0,-1 2 0,-23-22 0,0 0 0,-1 0 0,1 0 0,-1 1 0,-1-1 0,19 22 0,-2 0 0,3 4 0,-1 2 0,-20-23 0,1 1 0,-1 1 1499,4 6 1,-1 1 0,0 0-1500,1 2 0,0 1 0,-1 0 0,-3-1 0,0 1 0,-1 0 0,-1 2 0,0 0 0,-3 2 0,-2-2 0,-1 1 0,-2 2 0,-1 3 0,-1 1 0,-1 1 0,-3 1 0,-2 0 0,-2 0 0,-2-1 0,-2 1 0,-2 0 0,0 0 0,-2-1 0,-2 1 0,-2-3 0,-1-1 0,-2 0 0,0 1 0,-1 0 0,-3-1 0,-2-1 0,-4 0 0,-3 0 0,-4 5 0,-3 0 0,-4 1 0,-5 5 0,-3 1 0,-5-2 0,-3-1 0,-4 0 0,-2-2 0,-3 0 0,-1-2 0,-4-1 0,0-4 0,-3-2 0,-2-2 0,0-4 0,-1-2 0,-1-2 0,0-1 0,-1-2 0,-2-1 0,0-4 0,-1-2 0,0-1 0,2-2 0,-1 0 0,-1-1 0,-2 2 0,-1 1 0,0 0 0,-3 2 0,0 0 0,-1 0 0,2 0 0,0 0 0,1-1 0,0 0 0,0-1 0,1 0 0,4-3 0,1 0 0,1-1 0,4-2 0,0-1 0,0 1 617,-21 18 1,2-1-618,7-8 0,2-2 357,7-7 0,2-3-357,9-9 0,2-3 225,-24 14-225,18-15 178,12-15 0,19-7 0,5-6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4:08.5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1212 1 24575,'-22'0'0,"-8"0"0,-12 0 0,-3 0 0,6 0 0,6 0 0,2 0 0,5 0 0,1 0 0,4 1 0,-6 6 0,-9 12 0,-13 11 0,-9 7 0,4 3 0,3-7 0,5 0 0,-4 2 0,-5 1 0,-1 0 0,4-3 0,6-4 0,4-2 0,0-4 0,3-3 0,4-4 0,7-3 0,3-1 0,-2 0 0,-1 1 0,2-3 0,6 1 0,15-3 0,27-3 0,53 3 0,8 0 0,12 2 0,-21-1 0,3 0 0,1 1 0,3 2 0,1 0 0,-2 1 0,-6-1 0,-2 1 0,-4 0 0,6 4 0,-5 1 0,-2 0 0,-1 2 0,-2 1 0,0 2 0,1 2 0,-1 0 0,3 2 0,-1 0 0,-1-1 0,-1 1 0,-3-1 0,-2 1 0,-2-2 0,-2 1 0,-4-2 0,-2 1 0,36 19 0,-7-8 0,-14-5 0,-11-6 0,-11-5 0,-22-8 0,-7-8 0,-13-4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4:19.3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24575,'14'8'0,"12"12"0,14 18 0,17 18 0,8 9 0,3 6 0,-1-3 0,-5-5 0,-8-6 0,-7-6 0,-6-7 0,-8-4 0,0-7 0,-1 0 0,1 1 0,2 2 0,-2 3 0,-4 0 0,0-3 0,-1-1 0,0-4 0,-6-6 0,-3-6 0,-3-8 0,4-1 0,6 2 0,2 0 0,-12-3 0,-5-3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0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5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8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22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61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14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00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75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8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44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9DE3078-286A-AC46-B55A-B2079A5C538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CABA31E-3AA5-5B45-9DB1-C54F6777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365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5.png"/><Relationship Id="rId3" Type="http://schemas.openxmlformats.org/officeDocument/2006/relationships/customXml" Target="../ink/ink4.xml"/><Relationship Id="rId21" Type="http://schemas.openxmlformats.org/officeDocument/2006/relationships/customXml" Target="../ink/ink7.xml"/><Relationship Id="rId17" Type="http://schemas.openxmlformats.org/officeDocument/2006/relationships/customXml" Target="../ink/ink5.xml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7.png"/><Relationship Id="rId19" Type="http://schemas.openxmlformats.org/officeDocument/2006/relationships/customXml" Target="../ink/ink6.xml"/><Relationship Id="rId22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customXml" Target="../ink/ink16.xml"/><Relationship Id="rId3" Type="http://schemas.openxmlformats.org/officeDocument/2006/relationships/customXml" Target="../ink/ink8.xml"/><Relationship Id="rId21" Type="http://schemas.openxmlformats.org/officeDocument/2006/relationships/customXml" Target="../ink/ink14.xml"/><Relationship Id="rId7" Type="http://schemas.openxmlformats.org/officeDocument/2006/relationships/customXml" Target="../ink/ink10.xml"/><Relationship Id="rId17" Type="http://schemas.openxmlformats.org/officeDocument/2006/relationships/customXml" Target="../ink/ink12.xml"/><Relationship Id="rId25" Type="http://schemas.openxmlformats.org/officeDocument/2006/relationships/image" Target="../media/image11.png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24" Type="http://schemas.openxmlformats.org/officeDocument/2006/relationships/customXml" Target="../ink/ink15.xml"/><Relationship Id="rId5" Type="http://schemas.openxmlformats.org/officeDocument/2006/relationships/customXml" Target="../ink/ink9.xml"/><Relationship Id="rId23" Type="http://schemas.openxmlformats.org/officeDocument/2006/relationships/image" Target="../media/image7.png"/><Relationship Id="rId19" Type="http://schemas.openxmlformats.org/officeDocument/2006/relationships/customXml" Target="../ink/ink13.xml"/><Relationship Id="rId4" Type="http://schemas.openxmlformats.org/officeDocument/2006/relationships/image" Target="../media/image8.png"/><Relationship Id="rId9" Type="http://schemas.openxmlformats.org/officeDocument/2006/relationships/customXml" Target="../ink/ink11.xml"/><Relationship Id="rId22" Type="http://schemas.openxmlformats.org/officeDocument/2006/relationships/image" Target="../media/image17.png"/><Relationship Id="rId27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customXml" Target="../ink/ink25.xml"/><Relationship Id="rId3" Type="http://schemas.openxmlformats.org/officeDocument/2006/relationships/customXml" Target="../ink/ink17.xml"/><Relationship Id="rId21" Type="http://schemas.openxmlformats.org/officeDocument/2006/relationships/customXml" Target="../ink/ink23.xml"/><Relationship Id="rId7" Type="http://schemas.openxmlformats.org/officeDocument/2006/relationships/customXml" Target="../ink/ink19.xml"/><Relationship Id="rId17" Type="http://schemas.openxmlformats.org/officeDocument/2006/relationships/customXml" Target="../ink/ink21.xml"/><Relationship Id="rId25" Type="http://schemas.openxmlformats.org/officeDocument/2006/relationships/image" Target="../media/image11.png"/><Relationship Id="rId33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24" Type="http://schemas.openxmlformats.org/officeDocument/2006/relationships/customXml" Target="../ink/ink24.xml"/><Relationship Id="rId32" Type="http://schemas.openxmlformats.org/officeDocument/2006/relationships/customXml" Target="../ink/ink28.xml"/><Relationship Id="rId5" Type="http://schemas.openxmlformats.org/officeDocument/2006/relationships/customXml" Target="../ink/ink18.xml"/><Relationship Id="rId23" Type="http://schemas.openxmlformats.org/officeDocument/2006/relationships/image" Target="../media/image7.png"/><Relationship Id="rId28" Type="http://schemas.openxmlformats.org/officeDocument/2006/relationships/customXml" Target="../ink/ink26.xml"/><Relationship Id="rId19" Type="http://schemas.openxmlformats.org/officeDocument/2006/relationships/customXml" Target="../ink/ink22.xml"/><Relationship Id="rId31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customXml" Target="../ink/ink20.xml"/><Relationship Id="rId22" Type="http://schemas.openxmlformats.org/officeDocument/2006/relationships/image" Target="../media/image17.png"/><Relationship Id="rId27" Type="http://schemas.openxmlformats.org/officeDocument/2006/relationships/image" Target="../media/image12.png"/><Relationship Id="rId30" Type="http://schemas.openxmlformats.org/officeDocument/2006/relationships/customXml" Target="../ink/ink27.xml"/></Relationships>
</file>

<file path=ppt/slides/_rels/slide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5.png"/><Relationship Id="rId26" Type="http://schemas.openxmlformats.org/officeDocument/2006/relationships/customXml" Target="../ink/ink33.xml"/><Relationship Id="rId3" Type="http://schemas.openxmlformats.org/officeDocument/2006/relationships/customXml" Target="../ink/ink29.xml"/><Relationship Id="rId21" Type="http://schemas.openxmlformats.org/officeDocument/2006/relationships/customXml" Target="../ink/ink31.xml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2" Type="http://schemas.openxmlformats.org/officeDocument/2006/relationships/image" Target="../media/image4.png"/><Relationship Id="rId20" Type="http://schemas.openxmlformats.org/officeDocument/2006/relationships/image" Target="../media/image16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23" Type="http://schemas.openxmlformats.org/officeDocument/2006/relationships/image" Target="../media/image7.png"/><Relationship Id="rId28" Type="http://schemas.openxmlformats.org/officeDocument/2006/relationships/customXml" Target="../ink/ink34.xml"/><Relationship Id="rId19" Type="http://schemas.openxmlformats.org/officeDocument/2006/relationships/customXml" Target="../ink/ink30.xml"/><Relationship Id="rId31" Type="http://schemas.openxmlformats.org/officeDocument/2006/relationships/image" Target="../media/image23.png"/><Relationship Id="rId22" Type="http://schemas.openxmlformats.org/officeDocument/2006/relationships/image" Target="../media/image17.png"/><Relationship Id="rId27" Type="http://schemas.openxmlformats.org/officeDocument/2006/relationships/image" Target="../media/image21.png"/><Relationship Id="rId30" Type="http://schemas.openxmlformats.org/officeDocument/2006/relationships/customXml" Target="../ink/ink35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.xml"/><Relationship Id="rId3" Type="http://schemas.openxmlformats.org/officeDocument/2006/relationships/customXml" Target="../ink/ink37.xml"/><Relationship Id="rId34" Type="http://schemas.openxmlformats.org/officeDocument/2006/relationships/customXml" Target="../ink/ink44.xml"/><Relationship Id="rId25" Type="http://schemas.openxmlformats.org/officeDocument/2006/relationships/image" Target="../media/image20.png"/><Relationship Id="rId33" Type="http://schemas.openxmlformats.org/officeDocument/2006/relationships/image" Target="../media/image28.png"/><Relationship Id="rId2" Type="http://schemas.openxmlformats.org/officeDocument/2006/relationships/image" Target="../media/image4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39.xml"/><Relationship Id="rId32" Type="http://schemas.openxmlformats.org/officeDocument/2006/relationships/customXml" Target="../ink/ink43.xml"/><Relationship Id="rId5" Type="http://schemas.openxmlformats.org/officeDocument/2006/relationships/customXml" Target="../ink/ink38.xml"/><Relationship Id="rId23" Type="http://schemas.openxmlformats.org/officeDocument/2006/relationships/image" Target="../media/image7.png"/><Relationship Id="rId28" Type="http://schemas.openxmlformats.org/officeDocument/2006/relationships/customXml" Target="../ink/ink41.xml"/><Relationship Id="rId31" Type="http://schemas.openxmlformats.org/officeDocument/2006/relationships/image" Target="../media/image27.png"/><Relationship Id="rId4" Type="http://schemas.openxmlformats.org/officeDocument/2006/relationships/image" Target="../media/image25.png"/><Relationship Id="rId22" Type="http://schemas.openxmlformats.org/officeDocument/2006/relationships/image" Target="../media/image17.png"/><Relationship Id="rId27" Type="http://schemas.openxmlformats.org/officeDocument/2006/relationships/image" Target="../media/image1.png"/><Relationship Id="rId30" Type="http://schemas.openxmlformats.org/officeDocument/2006/relationships/customXml" Target="../ink/ink42.xml"/><Relationship Id="rId35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7.xml"/><Relationship Id="rId3" Type="http://schemas.openxmlformats.org/officeDocument/2006/relationships/customXml" Target="../ink/ink45.xml"/><Relationship Id="rId25" Type="http://schemas.openxmlformats.org/officeDocument/2006/relationships/image" Target="../media/image20.png"/><Relationship Id="rId33" Type="http://schemas.openxmlformats.org/officeDocument/2006/relationships/image" Target="../media/image32.png"/><Relationship Id="rId2" Type="http://schemas.openxmlformats.org/officeDocument/2006/relationships/image" Target="../media/image4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46.xml"/><Relationship Id="rId32" Type="http://schemas.openxmlformats.org/officeDocument/2006/relationships/customXml" Target="../ink/ink50.xml"/><Relationship Id="rId23" Type="http://schemas.openxmlformats.org/officeDocument/2006/relationships/image" Target="../media/image7.png"/><Relationship Id="rId28" Type="http://schemas.openxmlformats.org/officeDocument/2006/relationships/customXml" Target="../ink/ink48.xml"/><Relationship Id="rId31" Type="http://schemas.openxmlformats.org/officeDocument/2006/relationships/image" Target="../media/image31.png"/><Relationship Id="rId22" Type="http://schemas.openxmlformats.org/officeDocument/2006/relationships/image" Target="../media/image17.png"/><Relationship Id="rId27" Type="http://schemas.openxmlformats.org/officeDocument/2006/relationships/image" Target="../media/image1.png"/><Relationship Id="rId30" Type="http://schemas.openxmlformats.org/officeDocument/2006/relationships/customXml" Target="../ink/ink4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56.xml"/><Relationship Id="rId3" Type="http://schemas.openxmlformats.org/officeDocument/2006/relationships/customXml" Target="../ink/ink51.xml"/><Relationship Id="rId7" Type="http://schemas.openxmlformats.org/officeDocument/2006/relationships/customXml" Target="../ink/ink53.xml"/><Relationship Id="rId12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customXml" Target="../ink/ink55.xml"/><Relationship Id="rId5" Type="http://schemas.openxmlformats.org/officeDocument/2006/relationships/customXml" Target="../ink/ink52.xml"/><Relationship Id="rId10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customXml" Target="../ink/ink54.xml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6BC5-6D07-33FB-BA6C-3ED7B575E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 6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22AC9-8FB6-F6A5-811B-5A1E669C7C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279232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3CD-6AE5-3DFB-3B2E-5980C185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7D7B-F528-01CA-0EA1-A576561B0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Getter Setter</a:t>
            </a:r>
          </a:p>
          <a:p>
            <a:r>
              <a:rPr lang="en-US" sz="2800" dirty="0" err="1"/>
              <a:t>Konstruktoren</a:t>
            </a:r>
            <a:endParaRPr lang="en-US" sz="2800" dirty="0"/>
          </a:p>
          <a:p>
            <a:r>
              <a:rPr lang="en-US" sz="2800" dirty="0" err="1"/>
              <a:t>toString</a:t>
            </a:r>
            <a:endParaRPr lang="en-US" sz="2800" dirty="0"/>
          </a:p>
          <a:p>
            <a:r>
              <a:rPr lang="en-US" sz="2800" dirty="0"/>
              <a:t>Rekursion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25B808-31C7-989C-805E-B55FCA4D2783}"/>
                  </a:ext>
                </a:extLst>
              </p14:cNvPr>
              <p14:cNvContentPartPr/>
              <p14:nvPr/>
            </p14:nvContentPartPr>
            <p14:xfrm>
              <a:off x="3545982" y="303055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25B808-31C7-989C-805E-B55FCA4D27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9862" y="302443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267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BCE7-0BC2-FD43-2687-E1B08EF5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Konstruktor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2FAC1-BB66-7B9A-0E30-DC8E16AE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0" y="2540017"/>
            <a:ext cx="5303216" cy="4024906"/>
          </a:xfrm>
        </p:spPr>
        <p:txBody>
          <a:bodyPr>
            <a:normAutofit/>
          </a:bodyPr>
          <a:lstStyle/>
          <a:p>
            <a:r>
              <a:rPr lang="en-US" sz="2000" dirty="0" err="1">
                <a:solidFill>
                  <a:schemeClr val="tx1"/>
                </a:solidFill>
              </a:rPr>
              <a:t>Anleitung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wie</a:t>
            </a:r>
            <a:r>
              <a:rPr lang="en-US" sz="2000" dirty="0">
                <a:solidFill>
                  <a:schemeClr val="tx1"/>
                </a:solidFill>
              </a:rPr>
              <a:t> man object </a:t>
            </a:r>
            <a:r>
              <a:rPr lang="en-US" sz="2000" dirty="0" err="1">
                <a:solidFill>
                  <a:schemeClr val="tx1"/>
                </a:solidFill>
              </a:rPr>
              <a:t>baut</a:t>
            </a:r>
            <a:r>
              <a:rPr lang="en-US" sz="2000" dirty="0">
                <a:solidFill>
                  <a:schemeClr val="tx1"/>
                </a:solidFill>
              </a:rPr>
              <a:t> :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Post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p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=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new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Post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(”</a:t>
            </a:r>
            <a:r>
              <a:rPr lang="en-US" dirty="0" err="1">
                <a:solidFill>
                  <a:schemeClr val="bg2">
                    <a:lumMod val="25000"/>
                    <a:lumOff val="75000"/>
                  </a:schemeClr>
                </a:solidFill>
              </a:rPr>
              <a:t>Wasserfall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", ”Wasser”, ”Laura”);</a:t>
            </a:r>
          </a:p>
          <a:p>
            <a:r>
              <a:rPr lang="en-US" dirty="0"/>
              <a:t>Der </a:t>
            </a:r>
            <a:r>
              <a:rPr lang="en-US" dirty="0" err="1"/>
              <a:t>Konstruktor</a:t>
            </a:r>
            <a:r>
              <a:rPr lang="en-US" dirty="0"/>
              <a:t> </a:t>
            </a:r>
            <a:r>
              <a:rPr lang="en-US" dirty="0" err="1"/>
              <a:t>sorgt</a:t>
            </a:r>
            <a:r>
              <a:rPr lang="en-US" dirty="0"/>
              <a:t> </a:t>
            </a:r>
            <a:r>
              <a:rPr lang="en-US" dirty="0" err="1"/>
              <a:t>dafür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der Post </a:t>
            </a:r>
            <a:r>
              <a:rPr lang="en-US" dirty="0" err="1"/>
              <a:t>sofort</a:t>
            </a:r>
            <a:r>
              <a:rPr lang="en-US" dirty="0"/>
              <a:t> </a:t>
            </a:r>
            <a:r>
              <a:rPr lang="en-US" dirty="0" err="1"/>
              <a:t>fertig</a:t>
            </a:r>
            <a:r>
              <a:rPr lang="en-US" dirty="0"/>
              <a:t> und </a:t>
            </a:r>
            <a:r>
              <a:rPr lang="en-US" dirty="0" err="1"/>
              <a:t>gültig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Achtung:</a:t>
            </a:r>
          </a:p>
          <a:p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Konstruktoren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haben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 </a:t>
            </a:r>
            <a:r>
              <a:rPr lang="en-US" alt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keinen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Rückgabetyp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 </a:t>
            </a:r>
          </a:p>
          <a:p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heißen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 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immer </a:t>
            </a:r>
            <a:r>
              <a:rPr lang="en-US" alt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genauso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wie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die Klasse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-webkit-standard"/>
              </a:rPr>
              <a:t>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Wenn du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keinen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Konstruktor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schreibst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: public Post() { }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CC3E328-2F7E-D40C-5AB6-DED330AA5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3110"/>
            <a:ext cx="21993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-webkit-standard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68815D0-06A1-B3EA-07D1-AFB3B8AA1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01"/>
          <a:stretch>
            <a:fillRect/>
          </a:stretch>
        </p:blipFill>
        <p:spPr>
          <a:xfrm>
            <a:off x="5392616" y="2401068"/>
            <a:ext cx="6660028" cy="39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0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17C4-F208-C2DC-2F19-C17DF06A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 descr="A colorful circles with text&#10;&#10;AI-generated content may be incorrect.">
            <a:extLst>
              <a:ext uri="{FF2B5EF4-FFF2-40B4-BE49-F238E27FC236}">
                <a16:creationId xmlns:a16="http://schemas.microsoft.com/office/drawing/2014/main" id="{22C18C0A-DD87-DC51-1CA7-97EF295CF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746" y="140118"/>
            <a:ext cx="10556508" cy="6577764"/>
          </a:xfrm>
        </p:spPr>
      </p:pic>
    </p:spTree>
    <p:extLst>
      <p:ext uri="{BB962C8B-B14F-4D97-AF65-F5344CB8AC3E}">
        <p14:creationId xmlns:p14="http://schemas.microsoft.com/office/powerpoint/2010/main" val="19782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2441-3ED6-2DFC-5FBB-32D4F6F3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rekursion</a:t>
            </a:r>
            <a:r>
              <a:rPr lang="en-US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CBF9BF-BD35-9E29-F197-3F0271CF76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3230" y="2220798"/>
            <a:ext cx="972553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sng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BEISPIEL: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„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viele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Stifte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habe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ich?”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Schau den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ersten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 Stift an</a:t>
            </a:r>
            <a:r>
              <a:rPr lang="en-US" alt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accent5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Wenn das der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letzte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ist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+ 1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Fertig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Sonst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altLang="en-US" sz="2800" b="1" dirty="0" err="1"/>
              <a:t>lege</a:t>
            </a:r>
            <a:r>
              <a:rPr lang="en-US" altLang="en-US" sz="2800" b="1" dirty="0"/>
              <a:t> Stift </a:t>
            </a:r>
            <a:r>
              <a:rPr lang="en-US" altLang="en-US" sz="2800" b="1" dirty="0" err="1"/>
              <a:t>weg</a:t>
            </a:r>
            <a:r>
              <a:rPr lang="en-US" altLang="en-US" sz="2800" b="1" dirty="0"/>
              <a:t> und ( </a:t>
            </a:r>
            <a:r>
              <a:rPr lang="en-US" alt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1+</a:t>
            </a:r>
            <a:r>
              <a:rPr lang="en-US" altLang="en-US" sz="2800" b="1" dirty="0"/>
              <a:t> 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wiederhole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 von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vorne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022B3C-A3B1-ECAA-E6F1-7310849C1840}"/>
                  </a:ext>
                </a:extLst>
              </p14:cNvPr>
              <p14:cNvContentPartPr/>
              <p14:nvPr/>
            </p14:nvContentPartPr>
            <p14:xfrm>
              <a:off x="6574979" y="3603356"/>
              <a:ext cx="4731840" cy="2094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022B3C-A3B1-ECAA-E6F1-7310849C18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8859" y="3597236"/>
                <a:ext cx="4744080" cy="21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1B75C3C-D1DB-B975-1AAE-439A6FD7DB3D}"/>
                  </a:ext>
                </a:extLst>
              </p14:cNvPr>
              <p14:cNvContentPartPr/>
              <p14:nvPr/>
            </p14:nvContentPartPr>
            <p14:xfrm>
              <a:off x="6123539" y="3502916"/>
              <a:ext cx="502200" cy="609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1B75C3C-D1DB-B975-1AAE-439A6FD7DB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17419" y="3496796"/>
                <a:ext cx="514440" cy="62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897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658D-1D26-BC34-BEFC-44DA8AA7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0B04-090B-C070-6306-BDDB6A2A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AB2C0-37FD-5133-B0EA-0EDC72A76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114" y="2372748"/>
            <a:ext cx="5594886" cy="3936104"/>
          </a:xfrm>
        </p:spPr>
        <p:txBody>
          <a:bodyPr>
            <a:normAutofit/>
          </a:bodyPr>
          <a:lstStyle/>
          <a:p>
            <a:r>
              <a:rPr lang="en-US" sz="2400" i="1" dirty="0"/>
              <a:t>Eine Methode </a:t>
            </a:r>
            <a:r>
              <a:rPr lang="en-US" sz="2400" i="1" dirty="0" err="1"/>
              <a:t>ruft</a:t>
            </a:r>
            <a:r>
              <a:rPr lang="en-US" sz="2400" i="1" dirty="0"/>
              <a:t>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selbst</a:t>
            </a:r>
            <a:r>
              <a:rPr lang="en-US" sz="2400" i="1" dirty="0"/>
              <a:t> </a:t>
            </a:r>
            <a:r>
              <a:rPr lang="en-US" sz="2400" i="1" dirty="0" err="1"/>
              <a:t>wieder</a:t>
            </a:r>
            <a:r>
              <a:rPr lang="en-US" sz="2400" i="1" dirty="0"/>
              <a:t> auf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ACHTUNG! 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Wir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brauchen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immer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Abbruchbedingung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CBF99496-837C-CE9A-FB82-8B930DE22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" y="2372748"/>
            <a:ext cx="6229454" cy="39361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1FD99C8-08FC-62D8-7F02-CF4AB5426623}"/>
                  </a:ext>
                </a:extLst>
              </p14:cNvPr>
              <p14:cNvContentPartPr/>
              <p14:nvPr/>
            </p14:nvContentPartPr>
            <p14:xfrm>
              <a:off x="1591859" y="4876316"/>
              <a:ext cx="66600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3DB5B0B-25CE-BBCB-B479-F513B53510C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85739" y="4870196"/>
                <a:ext cx="6782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EFDD7CCF-4166-47DB-3202-EEE83BEF9C24}"/>
              </a:ext>
            </a:extLst>
          </p:cNvPr>
          <p:cNvGrpSpPr/>
          <p:nvPr/>
        </p:nvGrpSpPr>
        <p:grpSpPr>
          <a:xfrm>
            <a:off x="2080379" y="5217596"/>
            <a:ext cx="1191240" cy="315720"/>
            <a:chOff x="2080379" y="5217596"/>
            <a:chExt cx="11912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95D9671-B81D-658B-A91F-6831921D5BD4}"/>
                    </a:ext>
                  </a:extLst>
                </p14:cNvPr>
                <p14:cNvContentPartPr/>
                <p14:nvPr/>
              </p14:nvContentPartPr>
              <p14:xfrm>
                <a:off x="2080379" y="5217596"/>
                <a:ext cx="68580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F629F0-2C57-6C87-3A10-7F70718B59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74259" y="5211476"/>
                  <a:ext cx="698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AF2BE7-3DB1-B021-FD07-558CE8E65F8B}"/>
                    </a:ext>
                  </a:extLst>
                </p14:cNvPr>
                <p14:cNvContentPartPr/>
                <p14:nvPr/>
              </p14:nvContentPartPr>
              <p14:xfrm>
                <a:off x="2656019" y="5532956"/>
                <a:ext cx="61560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49E385-9A7D-40C8-12CB-8EB4D2C0B3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49899" y="5526836"/>
                  <a:ext cx="6278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52D1E44-BB66-61CC-5B5F-CFF130D8B949}"/>
                  </a:ext>
                </a:extLst>
              </p14:cNvPr>
              <p14:cNvContentPartPr/>
              <p14:nvPr/>
            </p14:nvContentPartPr>
            <p14:xfrm>
              <a:off x="3149579" y="5878916"/>
              <a:ext cx="664920" cy="3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A3E7DB8-80F3-058C-F043-27EFA3870F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43459" y="5872796"/>
                <a:ext cx="67716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B535518-43D4-231F-F11B-0AFEB766B5C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3360" y="4504204"/>
            <a:ext cx="5786357" cy="177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8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3F35-7AED-19F1-27B7-5C208E17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72C4-49F4-0D34-9A22-527DC6C1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642C-E1DC-C081-C5FE-95FCD9267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114" y="2372748"/>
            <a:ext cx="5594886" cy="3936104"/>
          </a:xfrm>
        </p:spPr>
        <p:txBody>
          <a:bodyPr>
            <a:normAutofit/>
          </a:bodyPr>
          <a:lstStyle/>
          <a:p>
            <a:r>
              <a:rPr lang="en-US" sz="2400" i="1" dirty="0"/>
              <a:t>Eine Methode </a:t>
            </a:r>
            <a:r>
              <a:rPr lang="en-US" sz="2400" i="1" dirty="0" err="1"/>
              <a:t>ruft</a:t>
            </a:r>
            <a:r>
              <a:rPr lang="en-US" sz="2400" i="1" dirty="0"/>
              <a:t>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selbst</a:t>
            </a:r>
            <a:r>
              <a:rPr lang="en-US" sz="2400" i="1" dirty="0"/>
              <a:t> </a:t>
            </a:r>
            <a:r>
              <a:rPr lang="en-US" sz="2400" i="1" dirty="0" err="1"/>
              <a:t>wieder</a:t>
            </a:r>
            <a:r>
              <a:rPr lang="en-US" sz="2400" i="1" dirty="0"/>
              <a:t> auf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ACHTUNG! 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Wir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brauchen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immer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Abbruchbedingung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545C2688-814E-14F0-AF09-EFB5D277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" y="2372748"/>
            <a:ext cx="6229454" cy="39361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23E6EA8-6193-599E-D41F-2ABE755C7CDC}"/>
                  </a:ext>
                </a:extLst>
              </p14:cNvPr>
              <p14:cNvContentPartPr/>
              <p14:nvPr/>
            </p14:nvContentPartPr>
            <p14:xfrm>
              <a:off x="5148659" y="3209516"/>
              <a:ext cx="4182840" cy="1198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284CA0D-D227-8347-D084-1CFDC9382C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2539" y="3203396"/>
                <a:ext cx="4195080" cy="12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890DF24-0F37-F16E-F6E0-0768EB2FB700}"/>
                  </a:ext>
                </a:extLst>
              </p14:cNvPr>
              <p14:cNvContentPartPr/>
              <p14:nvPr/>
            </p14:nvContentPartPr>
            <p14:xfrm>
              <a:off x="3901979" y="2678156"/>
              <a:ext cx="552240" cy="969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D7EEBAB-3EFA-F579-73A0-8C8C099650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95859" y="2672036"/>
                <a:ext cx="564480" cy="9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5200D6-BAD3-E4C2-7EFF-E97519DE2A09}"/>
                  </a:ext>
                </a:extLst>
              </p14:cNvPr>
              <p14:cNvContentPartPr/>
              <p14:nvPr/>
            </p14:nvContentPartPr>
            <p14:xfrm>
              <a:off x="4588859" y="2937716"/>
              <a:ext cx="441000" cy="549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E0822E6-BF12-F763-BB8D-A02282112B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2739" y="2931596"/>
                <a:ext cx="45324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4F48EFA-B4D4-EEDC-0125-300DF8363371}"/>
                  </a:ext>
                </a:extLst>
              </p14:cNvPr>
              <p14:cNvContentPartPr/>
              <p14:nvPr/>
            </p14:nvContentPartPr>
            <p14:xfrm>
              <a:off x="1591859" y="4876316"/>
              <a:ext cx="66600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3DB5B0B-25CE-BBCB-B479-F513B53510C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85739" y="4870196"/>
                <a:ext cx="6782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C91E9103-907E-135A-34CE-F03635B8C527}"/>
              </a:ext>
            </a:extLst>
          </p:cNvPr>
          <p:cNvGrpSpPr/>
          <p:nvPr/>
        </p:nvGrpSpPr>
        <p:grpSpPr>
          <a:xfrm>
            <a:off x="2080379" y="5217596"/>
            <a:ext cx="1191240" cy="315720"/>
            <a:chOff x="2080379" y="5217596"/>
            <a:chExt cx="11912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345740-08BE-D941-9583-5C4819604744}"/>
                    </a:ext>
                  </a:extLst>
                </p14:cNvPr>
                <p14:cNvContentPartPr/>
                <p14:nvPr/>
              </p14:nvContentPartPr>
              <p14:xfrm>
                <a:off x="2080379" y="5217596"/>
                <a:ext cx="68580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F629F0-2C57-6C87-3A10-7F70718B59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74259" y="5211476"/>
                  <a:ext cx="698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CDA9216-6602-6875-1B19-01A54B20DD02}"/>
                    </a:ext>
                  </a:extLst>
                </p14:cNvPr>
                <p14:cNvContentPartPr/>
                <p14:nvPr/>
              </p14:nvContentPartPr>
              <p14:xfrm>
                <a:off x="2656019" y="5532956"/>
                <a:ext cx="61560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49E385-9A7D-40C8-12CB-8EB4D2C0B3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49899" y="5526836"/>
                  <a:ext cx="6278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28D4014-071B-B078-D81F-AEEF3BE294CA}"/>
                  </a:ext>
                </a:extLst>
              </p14:cNvPr>
              <p14:cNvContentPartPr/>
              <p14:nvPr/>
            </p14:nvContentPartPr>
            <p14:xfrm>
              <a:off x="3149579" y="5878916"/>
              <a:ext cx="664920" cy="3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A3E7DB8-80F3-058C-F043-27EFA3870F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43459" y="5872796"/>
                <a:ext cx="67716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83CE7D-8043-A873-0AE1-7A7056E89DF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928" y="4810840"/>
            <a:ext cx="5786357" cy="1425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E68558-E56E-CFFD-8F27-D4B698758380}"/>
                  </a:ext>
                </a:extLst>
              </p14:cNvPr>
              <p14:cNvContentPartPr/>
              <p14:nvPr/>
            </p14:nvContentPartPr>
            <p14:xfrm>
              <a:off x="2172523" y="4073786"/>
              <a:ext cx="2163240" cy="9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E68558-E56E-CFFD-8F27-D4B69875838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66403" y="4067666"/>
                <a:ext cx="21754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EAF263-751E-4CB3-C95A-C45A0E316608}"/>
                  </a:ext>
                </a:extLst>
              </p14:cNvPr>
              <p14:cNvContentPartPr/>
              <p14:nvPr/>
            </p14:nvContentPartPr>
            <p14:xfrm>
              <a:off x="1082083" y="4781546"/>
              <a:ext cx="1474560" cy="15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EAF263-751E-4CB3-C95A-C45A0E31660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75963" y="4775426"/>
                <a:ext cx="148680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56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12E6-58E3-9961-A04C-76298A194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1437-A8CB-A4F4-0C2B-31258CF3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AEBB0-291F-1B35-F707-F1DF56081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114" y="2372748"/>
            <a:ext cx="5594886" cy="3936104"/>
          </a:xfrm>
        </p:spPr>
        <p:txBody>
          <a:bodyPr>
            <a:normAutofit/>
          </a:bodyPr>
          <a:lstStyle/>
          <a:p>
            <a:r>
              <a:rPr lang="en-US" sz="2400" i="1" dirty="0"/>
              <a:t>Eine Methode </a:t>
            </a:r>
            <a:r>
              <a:rPr lang="en-US" sz="2400" i="1" dirty="0" err="1"/>
              <a:t>ruft</a:t>
            </a:r>
            <a:r>
              <a:rPr lang="en-US" sz="2400" i="1" dirty="0"/>
              <a:t>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selbst</a:t>
            </a:r>
            <a:r>
              <a:rPr lang="en-US" sz="2400" i="1" dirty="0"/>
              <a:t> </a:t>
            </a:r>
            <a:r>
              <a:rPr lang="en-US" sz="2400" i="1" dirty="0" err="1"/>
              <a:t>wieder</a:t>
            </a:r>
            <a:r>
              <a:rPr lang="en-US" sz="2400" i="1" dirty="0"/>
              <a:t> auf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ACHTUNG! 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Wir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brauchen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immer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Abbruchbedingung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36B7D471-F6D4-37ED-4D4E-9AB9DA22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" y="2372748"/>
            <a:ext cx="6229454" cy="39361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9CF0C60-BEF9-AD14-ED2C-A0FAF26B4086}"/>
                  </a:ext>
                </a:extLst>
              </p14:cNvPr>
              <p14:cNvContentPartPr/>
              <p14:nvPr/>
            </p14:nvContentPartPr>
            <p14:xfrm>
              <a:off x="5148659" y="3209516"/>
              <a:ext cx="4182840" cy="1198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284CA0D-D227-8347-D084-1CFDC9382C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2539" y="3203396"/>
                <a:ext cx="4195080" cy="12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486EFEB-1F61-C44B-C383-9DAB6A3B2CBE}"/>
                  </a:ext>
                </a:extLst>
              </p14:cNvPr>
              <p14:cNvContentPartPr/>
              <p14:nvPr/>
            </p14:nvContentPartPr>
            <p14:xfrm>
              <a:off x="3901979" y="2678156"/>
              <a:ext cx="552240" cy="969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D7EEBAB-3EFA-F579-73A0-8C8C099650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95859" y="2672036"/>
                <a:ext cx="564480" cy="9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AB93DB-1244-DC85-775E-2C005B64983A}"/>
                  </a:ext>
                </a:extLst>
              </p14:cNvPr>
              <p14:cNvContentPartPr/>
              <p14:nvPr/>
            </p14:nvContentPartPr>
            <p14:xfrm>
              <a:off x="4588859" y="2937716"/>
              <a:ext cx="441000" cy="549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E0822E6-BF12-F763-BB8D-A02282112B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2739" y="2931596"/>
                <a:ext cx="45324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D571BDF-293E-4565-3D9B-D3399C2D7E32}"/>
                  </a:ext>
                </a:extLst>
              </p14:cNvPr>
              <p14:cNvContentPartPr/>
              <p14:nvPr/>
            </p14:nvContentPartPr>
            <p14:xfrm>
              <a:off x="1591859" y="4876316"/>
              <a:ext cx="66600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3DB5B0B-25CE-BBCB-B479-F513B53510C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85739" y="4870196"/>
                <a:ext cx="6782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31E2733-6902-8E42-A408-EF05633228E6}"/>
              </a:ext>
            </a:extLst>
          </p:cNvPr>
          <p:cNvGrpSpPr/>
          <p:nvPr/>
        </p:nvGrpSpPr>
        <p:grpSpPr>
          <a:xfrm>
            <a:off x="2080379" y="5217596"/>
            <a:ext cx="1191240" cy="315720"/>
            <a:chOff x="2080379" y="5217596"/>
            <a:chExt cx="11912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0C4F43E-F51E-233C-D22B-64F45F820CBC}"/>
                    </a:ext>
                  </a:extLst>
                </p14:cNvPr>
                <p14:cNvContentPartPr/>
                <p14:nvPr/>
              </p14:nvContentPartPr>
              <p14:xfrm>
                <a:off x="2080379" y="5217596"/>
                <a:ext cx="68580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F629F0-2C57-6C87-3A10-7F70718B59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74259" y="5211476"/>
                  <a:ext cx="698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44967B0-7F98-099D-C29B-F71FF2443AA6}"/>
                    </a:ext>
                  </a:extLst>
                </p14:cNvPr>
                <p14:cNvContentPartPr/>
                <p14:nvPr/>
              </p14:nvContentPartPr>
              <p14:xfrm>
                <a:off x="2656019" y="5532956"/>
                <a:ext cx="61560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49E385-9A7D-40C8-12CB-8EB4D2C0B3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49899" y="5526836"/>
                  <a:ext cx="6278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19F069F-9DD4-2E91-6537-98D488B584E0}"/>
                  </a:ext>
                </a:extLst>
              </p14:cNvPr>
              <p14:cNvContentPartPr/>
              <p14:nvPr/>
            </p14:nvContentPartPr>
            <p14:xfrm>
              <a:off x="3149579" y="5878916"/>
              <a:ext cx="664920" cy="3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A3E7DB8-80F3-058C-F043-27EFA3870F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43459" y="5872796"/>
                <a:ext cx="67716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0FEFAB-E51B-35AF-717D-9B23CD354C0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928" y="4810840"/>
            <a:ext cx="5786357" cy="1425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CC8119-B1F2-349D-9E73-55C51F795B9C}"/>
                  </a:ext>
                </a:extLst>
              </p14:cNvPr>
              <p14:cNvContentPartPr/>
              <p14:nvPr/>
            </p14:nvContentPartPr>
            <p14:xfrm>
              <a:off x="2172523" y="4073786"/>
              <a:ext cx="2163240" cy="9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CC8119-B1F2-349D-9E73-55C51F795B9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66403" y="4067666"/>
                <a:ext cx="21754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4797FE-4B94-8D0D-4AFD-4A708CA0127A}"/>
                  </a:ext>
                </a:extLst>
              </p14:cNvPr>
              <p14:cNvContentPartPr/>
              <p14:nvPr/>
            </p14:nvContentPartPr>
            <p14:xfrm>
              <a:off x="1082083" y="4781546"/>
              <a:ext cx="1474560" cy="15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4797FE-4B94-8D0D-4AFD-4A708CA0127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75963" y="4775426"/>
                <a:ext cx="14868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46FE844-3733-389E-45C1-326EBA6D6ACA}"/>
              </a:ext>
            </a:extLst>
          </p:cNvPr>
          <p:cNvGrpSpPr/>
          <p:nvPr/>
        </p:nvGrpSpPr>
        <p:grpSpPr>
          <a:xfrm>
            <a:off x="4431883" y="2247146"/>
            <a:ext cx="748080" cy="1833120"/>
            <a:chOff x="4431883" y="2247146"/>
            <a:chExt cx="748080" cy="183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2EE13C-1ABD-DD18-5FD0-87D38FC9EC9C}"/>
                    </a:ext>
                  </a:extLst>
                </p14:cNvPr>
                <p14:cNvContentPartPr/>
                <p14:nvPr/>
              </p14:nvContentPartPr>
              <p14:xfrm>
                <a:off x="4507483" y="2444066"/>
                <a:ext cx="672480" cy="163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2EE13C-1ABD-DD18-5FD0-87D38FC9EC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01363" y="2437946"/>
                  <a:ext cx="684720" cy="16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5B1F55-70AA-D245-AA16-95328552B733}"/>
                    </a:ext>
                  </a:extLst>
                </p14:cNvPr>
                <p14:cNvContentPartPr/>
                <p14:nvPr/>
              </p14:nvContentPartPr>
              <p14:xfrm>
                <a:off x="4671643" y="2247146"/>
                <a:ext cx="17280" cy="57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5B1F55-70AA-D245-AA16-95328552B7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65523" y="2241026"/>
                  <a:ext cx="2952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41B52F3-E5C1-6A72-3CF1-E695691D75D0}"/>
                    </a:ext>
                  </a:extLst>
                </p14:cNvPr>
                <p14:cNvContentPartPr/>
                <p14:nvPr/>
              </p14:nvContentPartPr>
              <p14:xfrm>
                <a:off x="4431883" y="2250386"/>
                <a:ext cx="312120" cy="46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41B52F3-E5C1-6A72-3CF1-E695691D75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25763" y="2244266"/>
                  <a:ext cx="324360" cy="47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342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5D5F-7F9B-B54F-F628-EFDDC210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2E7-B98F-5AF5-F989-80934EDD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AA730-FC32-E734-004A-F796563D7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114" y="2372748"/>
            <a:ext cx="5594886" cy="3936104"/>
          </a:xfrm>
        </p:spPr>
        <p:txBody>
          <a:bodyPr>
            <a:normAutofit/>
          </a:bodyPr>
          <a:lstStyle/>
          <a:p>
            <a:r>
              <a:rPr lang="en-US" sz="2400" i="1" dirty="0"/>
              <a:t>Eine Methode </a:t>
            </a:r>
            <a:r>
              <a:rPr lang="en-US" sz="2400" i="1" dirty="0" err="1"/>
              <a:t>ruft</a:t>
            </a:r>
            <a:r>
              <a:rPr lang="en-US" sz="2400" i="1" dirty="0"/>
              <a:t>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selbst</a:t>
            </a:r>
            <a:r>
              <a:rPr lang="en-US" sz="2400" i="1" dirty="0"/>
              <a:t> </a:t>
            </a:r>
            <a:r>
              <a:rPr lang="en-US" sz="2400" i="1" dirty="0" err="1"/>
              <a:t>wieder</a:t>
            </a:r>
            <a:r>
              <a:rPr lang="en-US" sz="2400" i="1" dirty="0"/>
              <a:t> auf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ACHTUNG! 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Wir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brauchen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immer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Abbruchbedingung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8A40CD9A-4F82-D6F8-5162-43EE2301B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" y="2372748"/>
            <a:ext cx="6229454" cy="393610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96924D9-0556-88BF-8D24-93342A7B9935}"/>
              </a:ext>
            </a:extLst>
          </p:cNvPr>
          <p:cNvGrpSpPr/>
          <p:nvPr/>
        </p:nvGrpSpPr>
        <p:grpSpPr>
          <a:xfrm>
            <a:off x="2080379" y="5217596"/>
            <a:ext cx="1191240" cy="315720"/>
            <a:chOff x="2080379" y="5217596"/>
            <a:chExt cx="11912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C84675-C2CA-491B-15E3-E366A25040AF}"/>
                    </a:ext>
                  </a:extLst>
                </p14:cNvPr>
                <p14:cNvContentPartPr/>
                <p14:nvPr/>
              </p14:nvContentPartPr>
              <p14:xfrm>
                <a:off x="2080379" y="5217596"/>
                <a:ext cx="68580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F629F0-2C57-6C87-3A10-7F70718B59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74259" y="5211476"/>
                  <a:ext cx="698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60616B-0A6E-A362-0F59-475097699191}"/>
                    </a:ext>
                  </a:extLst>
                </p14:cNvPr>
                <p14:cNvContentPartPr/>
                <p14:nvPr/>
              </p14:nvContentPartPr>
              <p14:xfrm>
                <a:off x="2656019" y="5532956"/>
                <a:ext cx="61560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49E385-9A7D-40C8-12CB-8EB4D2C0B3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49899" y="5526836"/>
                  <a:ext cx="6278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616D520-E240-FAFE-E378-9A0933B43BF1}"/>
                  </a:ext>
                </a:extLst>
              </p14:cNvPr>
              <p14:cNvContentPartPr/>
              <p14:nvPr/>
            </p14:nvContentPartPr>
            <p14:xfrm>
              <a:off x="3149579" y="5878916"/>
              <a:ext cx="664920" cy="3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A3E7DB8-80F3-058C-F043-27EFA3870F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43459" y="5872796"/>
                <a:ext cx="67716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4EC6A21-802E-FEDF-A456-5D5BA6138B7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8440" y="5164046"/>
            <a:ext cx="5786357" cy="11448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F3F9C57-F75E-8F06-B222-303E68B7402E}"/>
                  </a:ext>
                </a:extLst>
              </p14:cNvPr>
              <p14:cNvContentPartPr/>
              <p14:nvPr/>
            </p14:nvContentPartPr>
            <p14:xfrm>
              <a:off x="3201763" y="-1111654"/>
              <a:ext cx="4680" cy="2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F3F9C57-F75E-8F06-B222-303E68B7402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95643" y="-1117774"/>
                <a:ext cx="1692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9B298DC-4C52-043D-78EB-0514BFCD68BF}"/>
                  </a:ext>
                </a:extLst>
              </p14:cNvPr>
              <p14:cNvContentPartPr/>
              <p14:nvPr/>
            </p14:nvContentPartPr>
            <p14:xfrm>
              <a:off x="2107517" y="5193977"/>
              <a:ext cx="911520" cy="19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9B298DC-4C52-043D-78EB-0514BFCD68B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01397" y="5187857"/>
                <a:ext cx="92376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D055347-87B5-3BFB-39F3-087E4F3B7FC9}"/>
              </a:ext>
            </a:extLst>
          </p:cNvPr>
          <p:cNvGrpSpPr/>
          <p:nvPr/>
        </p:nvGrpSpPr>
        <p:grpSpPr>
          <a:xfrm>
            <a:off x="2614757" y="2543657"/>
            <a:ext cx="2287080" cy="1597320"/>
            <a:chOff x="2614757" y="2543657"/>
            <a:chExt cx="2287080" cy="159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2B290E8-8004-D64D-B478-699BC3DCA07B}"/>
                    </a:ext>
                  </a:extLst>
                </p14:cNvPr>
                <p14:cNvContentPartPr/>
                <p14:nvPr/>
              </p14:nvContentPartPr>
              <p14:xfrm>
                <a:off x="2614757" y="4106777"/>
                <a:ext cx="1809000" cy="34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2B290E8-8004-D64D-B478-699BC3DCA0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8637" y="4100657"/>
                  <a:ext cx="1821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C62244-AF8D-EFD9-FED9-8E00C0AFB178}"/>
                    </a:ext>
                  </a:extLst>
                </p14:cNvPr>
                <p14:cNvContentPartPr/>
                <p14:nvPr/>
              </p14:nvContentPartPr>
              <p14:xfrm>
                <a:off x="4379117" y="2543657"/>
                <a:ext cx="170640" cy="1437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C62244-AF8D-EFD9-FED9-8E00C0AFB1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72997" y="2537537"/>
                  <a:ext cx="182880" cy="14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8D327D-A3F8-2215-EA1B-E70BC67DEE80}"/>
                    </a:ext>
                  </a:extLst>
                </p14:cNvPr>
                <p14:cNvContentPartPr/>
                <p14:nvPr/>
              </p14:nvContentPartPr>
              <p14:xfrm>
                <a:off x="4361837" y="2566697"/>
                <a:ext cx="540000" cy="343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8D327D-A3F8-2215-EA1B-E70BC67DEE8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55717" y="2560577"/>
                  <a:ext cx="552240" cy="35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127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B01B-C576-E9B8-E274-F1BE29A6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7A7B-AAD5-8570-4425-387C3885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1F847-6DB5-E247-AD53-71A50F67F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114" y="2372748"/>
            <a:ext cx="5594886" cy="3936104"/>
          </a:xfrm>
        </p:spPr>
        <p:txBody>
          <a:bodyPr>
            <a:normAutofit/>
          </a:bodyPr>
          <a:lstStyle/>
          <a:p>
            <a:r>
              <a:rPr lang="en-US" sz="2400" i="1" dirty="0"/>
              <a:t>Eine Methode </a:t>
            </a:r>
            <a:r>
              <a:rPr lang="en-US" sz="2400" i="1" dirty="0" err="1"/>
              <a:t>ruft</a:t>
            </a:r>
            <a:r>
              <a:rPr lang="en-US" sz="2400" i="1" dirty="0"/>
              <a:t>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selbst</a:t>
            </a:r>
            <a:r>
              <a:rPr lang="en-US" sz="2400" i="1" dirty="0"/>
              <a:t> </a:t>
            </a:r>
            <a:r>
              <a:rPr lang="en-US" sz="2400" i="1" dirty="0" err="1"/>
              <a:t>wieder</a:t>
            </a:r>
            <a:r>
              <a:rPr lang="en-US" sz="2400" i="1" dirty="0"/>
              <a:t> auf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ACHTUNG! 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Wir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brauchen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immer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Abbruchbedingung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1D455B4C-8C32-592B-70E9-49F176052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" y="2372748"/>
            <a:ext cx="6229454" cy="39361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3D9ADD6-9EE0-582E-487E-886594F1C6FF}"/>
                  </a:ext>
                </a:extLst>
              </p14:cNvPr>
              <p14:cNvContentPartPr/>
              <p14:nvPr/>
            </p14:nvContentPartPr>
            <p14:xfrm>
              <a:off x="2656019" y="5532956"/>
              <a:ext cx="61560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3D9ADD6-9EE0-582E-487E-886594F1C6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9899" y="5526836"/>
                <a:ext cx="6278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4194615-10CF-42F9-9F36-72B80FDA4427}"/>
                  </a:ext>
                </a:extLst>
              </p14:cNvPr>
              <p14:cNvContentPartPr/>
              <p14:nvPr/>
            </p14:nvContentPartPr>
            <p14:xfrm>
              <a:off x="3149579" y="5878916"/>
              <a:ext cx="664920" cy="3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A3E7DB8-80F3-058C-F043-27EFA3870F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43459" y="5872796"/>
                <a:ext cx="67716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4230EFF-AF9E-6B71-3A5C-87B0AB74C75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8440" y="5528033"/>
            <a:ext cx="5786357" cy="6939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DFDC54-F2E6-06FC-9A5C-972BFAD108A3}"/>
                  </a:ext>
                </a:extLst>
              </p14:cNvPr>
              <p14:cNvContentPartPr/>
              <p14:nvPr/>
            </p14:nvContentPartPr>
            <p14:xfrm>
              <a:off x="3201763" y="-1111654"/>
              <a:ext cx="4680" cy="2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DFDC54-F2E6-06FC-9A5C-972BFAD108A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95643" y="-1117774"/>
                <a:ext cx="1692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AE867B-AAFE-0160-A279-7E55C5215C44}"/>
                  </a:ext>
                </a:extLst>
              </p14:cNvPr>
              <p14:cNvContentPartPr/>
              <p14:nvPr/>
            </p14:nvContentPartPr>
            <p14:xfrm>
              <a:off x="2436197" y="632581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AE867B-AAFE-0160-A279-7E55C5215C4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30077" y="631969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39AB03-0DC1-CD80-03F4-75B05FD1352A}"/>
                  </a:ext>
                </a:extLst>
              </p14:cNvPr>
              <p14:cNvContentPartPr/>
              <p14:nvPr/>
            </p14:nvContentPartPr>
            <p14:xfrm>
              <a:off x="2543117" y="5540657"/>
              <a:ext cx="878760" cy="10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E39AB03-0DC1-CD80-03F4-75B05FD1352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36997" y="5534537"/>
                <a:ext cx="89100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BB6C778-CF0A-E67D-D4F4-15337B897BCB}"/>
              </a:ext>
            </a:extLst>
          </p:cNvPr>
          <p:cNvGrpSpPr/>
          <p:nvPr/>
        </p:nvGrpSpPr>
        <p:grpSpPr>
          <a:xfrm>
            <a:off x="2679917" y="2452577"/>
            <a:ext cx="2388240" cy="1769400"/>
            <a:chOff x="2679917" y="2452577"/>
            <a:chExt cx="2388240" cy="17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67E51A7-7F0E-7B3A-18AF-572E5F59923E}"/>
                    </a:ext>
                  </a:extLst>
                </p14:cNvPr>
                <p14:cNvContentPartPr/>
                <p14:nvPr/>
              </p14:nvContentPartPr>
              <p14:xfrm>
                <a:off x="2679917" y="4159337"/>
                <a:ext cx="1712880" cy="62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67E51A7-7F0E-7B3A-18AF-572E5F5992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73797" y="4153217"/>
                  <a:ext cx="17251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2A84A1-23E0-BD2C-880C-B391BB1C2A58}"/>
                    </a:ext>
                  </a:extLst>
                </p14:cNvPr>
                <p14:cNvContentPartPr/>
                <p14:nvPr/>
              </p14:nvContentPartPr>
              <p14:xfrm>
                <a:off x="4469477" y="2452577"/>
                <a:ext cx="252360" cy="1638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2A84A1-23E0-BD2C-880C-B391BB1C2A5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63357" y="2446457"/>
                  <a:ext cx="264600" cy="16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6E6A2D-AF83-1F66-E883-495CB9032798}"/>
                    </a:ext>
                  </a:extLst>
                </p14:cNvPr>
                <p14:cNvContentPartPr/>
                <p14:nvPr/>
              </p14:nvContentPartPr>
              <p14:xfrm>
                <a:off x="4459397" y="2551937"/>
                <a:ext cx="608760" cy="56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6E6A2D-AF83-1F66-E883-495CB90327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53277" y="2545817"/>
                  <a:ext cx="621000" cy="58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8610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64D5-A5C7-DADA-8A6E-44AF02EE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DD73-FE6F-9A0A-A682-CB99A4FB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8503-D840-33D2-6E78-9AAF866A3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114" y="2372748"/>
            <a:ext cx="5594886" cy="3936104"/>
          </a:xfrm>
        </p:spPr>
        <p:txBody>
          <a:bodyPr>
            <a:normAutofit/>
          </a:bodyPr>
          <a:lstStyle/>
          <a:p>
            <a:r>
              <a:rPr lang="en-US" sz="2400" i="1" dirty="0"/>
              <a:t>Eine Methode </a:t>
            </a:r>
            <a:r>
              <a:rPr lang="en-US" sz="2400" i="1" dirty="0" err="1"/>
              <a:t>ruft</a:t>
            </a:r>
            <a:r>
              <a:rPr lang="en-US" sz="2400" i="1" dirty="0"/>
              <a:t>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selbst</a:t>
            </a:r>
            <a:r>
              <a:rPr lang="en-US" sz="2400" i="1" dirty="0"/>
              <a:t> </a:t>
            </a:r>
            <a:r>
              <a:rPr lang="en-US" sz="2400" i="1" dirty="0" err="1"/>
              <a:t>wieder</a:t>
            </a:r>
            <a:r>
              <a:rPr lang="en-US" sz="2400" i="1" dirty="0"/>
              <a:t> auf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ACHTUNG! 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Wir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brauchen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immer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Abbruchbedingung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DA8F64DF-31E2-9E64-269A-120AEC69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" y="2372748"/>
            <a:ext cx="6229454" cy="39361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C44335D-AC33-AB95-7600-AF07D10DA302}"/>
                  </a:ext>
                </a:extLst>
              </p14:cNvPr>
              <p14:cNvContentPartPr/>
              <p14:nvPr/>
            </p14:nvContentPartPr>
            <p14:xfrm>
              <a:off x="3149579" y="5878916"/>
              <a:ext cx="664920" cy="3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A3E7DB8-80F3-058C-F043-27EFA3870F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43459" y="5872796"/>
                <a:ext cx="67716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9B733A6-484B-0B99-3C28-50C314D4BFA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9643" y="5970362"/>
            <a:ext cx="5786357" cy="3345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0D551C1-D83C-80B0-94C8-B643FFD5B5FB}"/>
                  </a:ext>
                </a:extLst>
              </p14:cNvPr>
              <p14:cNvContentPartPr/>
              <p14:nvPr/>
            </p14:nvContentPartPr>
            <p14:xfrm>
              <a:off x="3201763" y="-1111654"/>
              <a:ext cx="4680" cy="2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0D551C1-D83C-80B0-94C8-B643FFD5B5F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95643" y="-1117774"/>
                <a:ext cx="1692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8750B7-10FA-7A0E-B96D-357F057F3CBC}"/>
                  </a:ext>
                </a:extLst>
              </p14:cNvPr>
              <p14:cNvContentPartPr/>
              <p14:nvPr/>
            </p14:nvContentPartPr>
            <p14:xfrm>
              <a:off x="2436197" y="632581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8750B7-10FA-7A0E-B96D-357F057F3CB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30077" y="631969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7AEF9EE-6590-7A58-A11B-529467519240}"/>
              </a:ext>
            </a:extLst>
          </p:cNvPr>
          <p:cNvGrpSpPr/>
          <p:nvPr/>
        </p:nvGrpSpPr>
        <p:grpSpPr>
          <a:xfrm>
            <a:off x="1679477" y="2862257"/>
            <a:ext cx="3587760" cy="3055680"/>
            <a:chOff x="1679477" y="2862257"/>
            <a:chExt cx="3587760" cy="30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C2C701-F618-7298-1696-39F1443CFBC8}"/>
                    </a:ext>
                  </a:extLst>
                </p14:cNvPr>
                <p14:cNvContentPartPr/>
                <p14:nvPr/>
              </p14:nvContentPartPr>
              <p14:xfrm>
                <a:off x="3507557" y="2995817"/>
                <a:ext cx="1759680" cy="2922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C2C701-F618-7298-1696-39F1443CFB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01437" y="2989697"/>
                  <a:ext cx="1771920" cy="29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996031-C68E-1CDE-4C57-F90AAC6AB6D3}"/>
                    </a:ext>
                  </a:extLst>
                </p14:cNvPr>
                <p14:cNvContentPartPr/>
                <p14:nvPr/>
              </p14:nvContentPartPr>
              <p14:xfrm>
                <a:off x="3463277" y="2862257"/>
                <a:ext cx="682920" cy="448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996031-C68E-1CDE-4C57-F90AAC6AB6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57157" y="2856137"/>
                  <a:ext cx="6951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B5CAE7-C4A0-9796-7378-247E82E93FF0}"/>
                    </a:ext>
                  </a:extLst>
                </p14:cNvPr>
                <p14:cNvContentPartPr/>
                <p14:nvPr/>
              </p14:nvContentPartPr>
              <p14:xfrm>
                <a:off x="1679477" y="3381017"/>
                <a:ext cx="1561680" cy="47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B5CAE7-C4A0-9796-7378-247E82E93F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73357" y="3374897"/>
                  <a:ext cx="1573920" cy="6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6749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1DB2-C124-EB07-D0B8-D4B7239C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8EB3-3A04-370A-DAFB-394F51EF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1F7EF-119C-BE72-2522-22595AF7E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114" y="2372748"/>
            <a:ext cx="5594886" cy="3936104"/>
          </a:xfrm>
        </p:spPr>
        <p:txBody>
          <a:bodyPr>
            <a:normAutofit/>
          </a:bodyPr>
          <a:lstStyle/>
          <a:p>
            <a:r>
              <a:rPr lang="en-US" sz="2400" i="1" dirty="0"/>
              <a:t>Eine Methode </a:t>
            </a:r>
            <a:r>
              <a:rPr lang="en-US" sz="2400" i="1" dirty="0" err="1"/>
              <a:t>ruft</a:t>
            </a:r>
            <a:r>
              <a:rPr lang="en-US" sz="2400" i="1" dirty="0"/>
              <a:t>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selbst</a:t>
            </a:r>
            <a:r>
              <a:rPr lang="en-US" sz="2400" i="1" dirty="0"/>
              <a:t> </a:t>
            </a:r>
            <a:r>
              <a:rPr lang="en-US" sz="2400" i="1" dirty="0" err="1"/>
              <a:t>wieder</a:t>
            </a:r>
            <a:r>
              <a:rPr lang="en-US" sz="2400" i="1" dirty="0"/>
              <a:t> auf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ACHTUNG! 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Wir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brauchen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immer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eine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Abbruchbedingung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C7F2B218-0C40-AE48-5BBC-B3918D007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" y="2372748"/>
            <a:ext cx="6229454" cy="39361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7AE17E2-F5D8-5CCF-6AAE-5FEDFA598C5B}"/>
                  </a:ext>
                </a:extLst>
              </p14:cNvPr>
              <p14:cNvContentPartPr/>
              <p14:nvPr/>
            </p14:nvContentPartPr>
            <p14:xfrm>
              <a:off x="3201763" y="-1111654"/>
              <a:ext cx="4680" cy="2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7AE17E2-F5D8-5CCF-6AAE-5FEDFA598C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5643" y="-1117774"/>
                <a:ext cx="1692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1D9824-AA06-2A33-CB25-0D03A5042A59}"/>
                  </a:ext>
                </a:extLst>
              </p14:cNvPr>
              <p14:cNvContentPartPr/>
              <p14:nvPr/>
            </p14:nvContentPartPr>
            <p14:xfrm>
              <a:off x="2436197" y="632581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1D9824-AA06-2A33-CB25-0D03A5042A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0077" y="631969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98B17F76-413B-2AC3-2DC6-A2AC6AD9D010}"/>
              </a:ext>
            </a:extLst>
          </p:cNvPr>
          <p:cNvGrpSpPr/>
          <p:nvPr/>
        </p:nvGrpSpPr>
        <p:grpSpPr>
          <a:xfrm>
            <a:off x="2835077" y="3440417"/>
            <a:ext cx="2053080" cy="3003840"/>
            <a:chOff x="2835077" y="3440417"/>
            <a:chExt cx="2053080" cy="30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4432723-8C89-173A-F3C8-4EA7AF374061}"/>
                    </a:ext>
                  </a:extLst>
                </p14:cNvPr>
                <p14:cNvContentPartPr/>
                <p14:nvPr/>
              </p14:nvContentPartPr>
              <p14:xfrm>
                <a:off x="3059357" y="5978057"/>
                <a:ext cx="395640" cy="335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4432723-8C89-173A-F3C8-4EA7AF3740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53237" y="5971937"/>
                  <a:ext cx="407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E4E03D7-0C67-F92D-A8E5-F2E919138F8D}"/>
                    </a:ext>
                  </a:extLst>
                </p14:cNvPr>
                <p14:cNvContentPartPr/>
                <p14:nvPr/>
              </p14:nvContentPartPr>
              <p14:xfrm>
                <a:off x="2835077" y="3440417"/>
                <a:ext cx="2053080" cy="270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E4E03D7-0C67-F92D-A8E5-F2E919138F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28957" y="3434297"/>
                  <a:ext cx="2065320" cy="27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2559A8-BA2E-87BF-9357-7F731166CAC1}"/>
                    </a:ext>
                  </a:extLst>
                </p14:cNvPr>
                <p14:cNvContentPartPr/>
                <p14:nvPr/>
              </p14:nvContentPartPr>
              <p14:xfrm>
                <a:off x="3436277" y="5987417"/>
                <a:ext cx="880200" cy="45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2559A8-BA2E-87BF-9357-7F731166CAC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30157" y="5981297"/>
                  <a:ext cx="8924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6B5026-A4AE-C8DB-515D-82308513ADF1}"/>
                    </a:ext>
                  </a:extLst>
                </p14:cNvPr>
                <p14:cNvContentPartPr/>
                <p14:nvPr/>
              </p14:nvContentPartPr>
              <p14:xfrm>
                <a:off x="3875117" y="6027377"/>
                <a:ext cx="364680" cy="360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6B5026-A4AE-C8DB-515D-82308513ADF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68997" y="6021257"/>
                  <a:ext cx="376920" cy="37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0299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B9F2ACC-5023-7AAE-71F1-1F2B0B2070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145" y="370833"/>
            <a:ext cx="11966532" cy="54913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Klasse Book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Buch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darstellen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dafür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vier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Eigenschaften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speichern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Titel, Autor,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Seitenzahl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und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Bewertung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zwischen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0 und 5.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müssen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zwei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verschiedene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Konstruktoren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programmiert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werden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normaler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Konstruktor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der alle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über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Parameter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bekommt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parameterloser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Konstruktor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der die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IOTools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Benutzer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einliest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Außerdem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die Klasse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besitzen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um das Buch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bearbeiten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upvote()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Bewertung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um 1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erhöhen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höchstens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bis 5.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 Methode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prüfen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Buch „lang“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(z. B.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viele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Seiten hat).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rekursive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Methode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zählen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viele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Vokale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Titel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vorkommen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Dabei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private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Hilfsmethode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rekursiv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den Titel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laufen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Zusätzlich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kann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toString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()-Methode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implementiert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werden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die alle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Informationen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lesbar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ausgibt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main-Teil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später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Buch-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Objekte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erstellt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getestet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werden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8856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DAF3-B7A2-281E-1398-1AF9AB34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D05D918-7531-1482-6D86-9342FCFB1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988" y="406669"/>
            <a:ext cx="11130790" cy="5792653"/>
          </a:xfrm>
        </p:spPr>
      </p:pic>
    </p:spTree>
    <p:extLst>
      <p:ext uri="{BB962C8B-B14F-4D97-AF65-F5344CB8AC3E}">
        <p14:creationId xmlns:p14="http://schemas.microsoft.com/office/powerpoint/2010/main" val="293783651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2720</TotalTime>
  <Words>377</Words>
  <Application>Microsoft Macintosh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-webkit-standard</vt:lpstr>
      <vt:lpstr>Arial</vt:lpstr>
      <vt:lpstr>Calibri</vt:lpstr>
      <vt:lpstr>Gill Sans MT</vt:lpstr>
      <vt:lpstr>Parcel</vt:lpstr>
      <vt:lpstr>Tutorial 6 </vt:lpstr>
      <vt:lpstr>TO DO</vt:lpstr>
      <vt:lpstr>Konstruktor</vt:lpstr>
      <vt:lpstr>PowerPoint Presentation</vt:lpstr>
      <vt:lpstr>WAS ist rekursion?</vt:lpstr>
      <vt:lpstr>Rekursion</vt:lpstr>
      <vt:lpstr>Rekursion</vt:lpstr>
      <vt:lpstr>Rekursion</vt:lpstr>
      <vt:lpstr>Rekursion</vt:lpstr>
      <vt:lpstr>Rekursion</vt:lpstr>
      <vt:lpstr>Rekursion</vt:lpstr>
      <vt:lpstr>Rekursion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2025-11-19T19:40:09Z</dcterms:created>
  <dcterms:modified xsi:type="dcterms:W3CDTF">2025-12-02T10:02:45Z</dcterms:modified>
</cp:coreProperties>
</file>