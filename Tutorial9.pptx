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23"/>
  </p:notesMasterIdLst>
  <p:sldIdLst>
    <p:sldId id="256" r:id="rId2"/>
    <p:sldId id="261" r:id="rId3"/>
    <p:sldId id="259" r:id="rId4"/>
    <p:sldId id="857" r:id="rId5"/>
    <p:sldId id="858" r:id="rId6"/>
    <p:sldId id="260" r:id="rId7"/>
    <p:sldId id="262" r:id="rId8"/>
    <p:sldId id="263" r:id="rId9"/>
    <p:sldId id="264" r:id="rId10"/>
    <p:sldId id="265" r:id="rId11"/>
    <p:sldId id="267" r:id="rId12"/>
    <p:sldId id="873" r:id="rId13"/>
    <p:sldId id="269" r:id="rId14"/>
    <p:sldId id="865" r:id="rId15"/>
    <p:sldId id="870" r:id="rId16"/>
    <p:sldId id="862" r:id="rId17"/>
    <p:sldId id="274" r:id="rId18"/>
    <p:sldId id="874" r:id="rId19"/>
    <p:sldId id="872" r:id="rId20"/>
    <p:sldId id="268" r:id="rId21"/>
    <p:sldId id="270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A5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153413E-49E8-9E42-9E98-3C215482F3C4}" v="4" dt="2025-12-16T10:35:44.23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690"/>
    <p:restoredTop sz="94646"/>
  </p:normalViewPr>
  <p:slideViewPr>
    <p:cSldViewPr snapToGrid="0">
      <p:cViewPr varScale="1">
        <p:scale>
          <a:sx n="60" d="100"/>
          <a:sy n="60" d="100"/>
        </p:scale>
        <p:origin x="184" y="1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7CB859-E2C7-9549-BFB3-02094C00E13B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AE242E-50D2-5A45-BB6B-2A309D7C3A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2534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AE242E-50D2-5A45-BB6B-2A309D7C3A8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5852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748DE-DF74-3D4F-A5FA-69DDF742D8EA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49E00-515A-5644-8E20-5732E02CF0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15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748DE-DF74-3D4F-A5FA-69DDF742D8EA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49E00-515A-5644-8E20-5732E02CF0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9281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748DE-DF74-3D4F-A5FA-69DDF742D8EA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49E00-515A-5644-8E20-5732E02CF0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5975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748DE-DF74-3D4F-A5FA-69DDF742D8EA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49E00-515A-5644-8E20-5732E02CF0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8341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748DE-DF74-3D4F-A5FA-69DDF742D8EA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49E00-515A-5644-8E20-5732E02CF006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63940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748DE-DF74-3D4F-A5FA-69DDF742D8EA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49E00-515A-5644-8E20-5732E02CF0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4643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748DE-DF74-3D4F-A5FA-69DDF742D8EA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49E00-515A-5644-8E20-5732E02CF0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0490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748DE-DF74-3D4F-A5FA-69DDF742D8EA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49E00-515A-5644-8E20-5732E02CF0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477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tx1">
              <a:lumMod val="8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90B748DE-DF74-3D4F-A5FA-69DDF742D8EA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49E00-515A-5644-8E20-5732E02CF0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2979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748DE-DF74-3D4F-A5FA-69DDF742D8EA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49E00-515A-5644-8E20-5732E02CF0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0311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748DE-DF74-3D4F-A5FA-69DDF742D8EA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49E00-515A-5644-8E20-5732E02CF0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6651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chemeClr val="bg2">
              <a:lumMod val="60000"/>
              <a:lumOff val="40000"/>
              <a:alpha val="15000"/>
            </a:schemeClr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90B748DE-DF74-3D4F-A5FA-69DDF742D8EA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804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7D749E00-515A-5644-8E20-5732E02CF0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27301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97B5D4-8CC3-5481-9F4F-22DC96E64E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Tut 9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F75378-D413-6E8E-6F62-AB9721A2019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Anne</a:t>
            </a:r>
          </a:p>
        </p:txBody>
      </p:sp>
    </p:spTree>
    <p:extLst>
      <p:ext uri="{BB962C8B-B14F-4D97-AF65-F5344CB8AC3E}">
        <p14:creationId xmlns:p14="http://schemas.microsoft.com/office/powerpoint/2010/main" val="28045479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98507-317E-CDEC-B1DD-C4A62B168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</a:t>
            </a:r>
          </a:p>
        </p:txBody>
      </p:sp>
      <p:pic>
        <p:nvPicPr>
          <p:cNvPr id="5" name="Content Placeholder 4" descr="A diagram of a diagram&#10;&#10;AI-generated content may be incorrect.">
            <a:extLst>
              <a:ext uri="{FF2B5EF4-FFF2-40B4-BE49-F238E27FC236}">
                <a16:creationId xmlns:a16="http://schemas.microsoft.com/office/drawing/2014/main" id="{7CDB350F-1A9C-AB28-2D4D-A720D4F2B4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3412" y="387667"/>
            <a:ext cx="11006726" cy="6082665"/>
          </a:xfrm>
        </p:spPr>
      </p:pic>
    </p:spTree>
    <p:extLst>
      <p:ext uri="{BB962C8B-B14F-4D97-AF65-F5344CB8AC3E}">
        <p14:creationId xmlns:p14="http://schemas.microsoft.com/office/powerpoint/2010/main" val="32533694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F49EC-CF78-69EA-ACCC-6CFF88BE3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Linear- search</a:t>
            </a:r>
          </a:p>
        </p:txBody>
      </p:sp>
      <p:pic>
        <p:nvPicPr>
          <p:cNvPr id="5" name="Content Placeholder 4" descr="A computer code with red arrows&#10;&#10;AI-generated content may be incorrect.">
            <a:extLst>
              <a:ext uri="{FF2B5EF4-FFF2-40B4-BE49-F238E27FC236}">
                <a16:creationId xmlns:a16="http://schemas.microsoft.com/office/drawing/2014/main" id="{C642E6BD-2600-D767-18B3-9986F81832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43267" y="3056279"/>
            <a:ext cx="6678460" cy="2155801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C9C8436-E33F-C275-195F-66E2DDA6B58A}"/>
              </a:ext>
            </a:extLst>
          </p:cNvPr>
          <p:cNvSpPr txBox="1"/>
          <p:nvPr/>
        </p:nvSpPr>
        <p:spPr>
          <a:xfrm>
            <a:off x="7364437" y="3056279"/>
            <a:ext cx="40556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Man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geht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Eintrag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für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Eintrag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durch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bis man IT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findet</a:t>
            </a: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01839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29020D-5895-D597-415B-CD1FCF77F5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1">
            <a:extLst>
              <a:ext uri="{FF2B5EF4-FFF2-40B4-BE49-F238E27FC236}">
                <a16:creationId xmlns:a16="http://schemas.microsoft.com/office/drawing/2014/main" id="{AEEB9AEA-7B21-BC2A-35AC-DDF45326401F}"/>
              </a:ext>
            </a:extLst>
          </p:cNvPr>
          <p:cNvSpPr txBox="1"/>
          <p:nvPr/>
        </p:nvSpPr>
        <p:spPr>
          <a:xfrm>
            <a:off x="724971" y="568578"/>
            <a:ext cx="1056225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4000" b="1" dirty="0">
                <a:solidFill>
                  <a:schemeClr val="accent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Suchalgorithmen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A15F3EB-1386-E010-3808-FB6DA1694E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F407BFE6-2685-DCAA-0E6C-4E7CD510EA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22023DEA-859F-90CC-D6D6-9C7FA4AE652D}"/>
              </a:ext>
            </a:extLst>
          </p:cNvPr>
          <p:cNvSpPr txBox="1"/>
          <p:nvPr/>
        </p:nvSpPr>
        <p:spPr>
          <a:xfrm>
            <a:off x="724971" y="1453927"/>
            <a:ext cx="21791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>
                <a:latin typeface="Segoe UI" panose="020B0502040204020203" pitchFamily="34" charset="0"/>
                <a:cs typeface="Segoe UI" panose="020B0502040204020203" pitchFamily="34" charset="0"/>
                <a:sym typeface="Wingdings" panose="05000000000000000000" pitchFamily="2" charset="2"/>
              </a:rPr>
              <a:t>Lineare Suche</a:t>
            </a:r>
            <a:endParaRPr lang="de-DE" sz="2400" b="1" dirty="0">
              <a:solidFill>
                <a:schemeClr val="accent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C225D124-FA14-32B7-5C7E-9DD9B08589D0}"/>
              </a:ext>
            </a:extLst>
          </p:cNvPr>
          <p:cNvSpPr txBox="1"/>
          <p:nvPr/>
        </p:nvSpPr>
        <p:spPr>
          <a:xfrm>
            <a:off x="724971" y="3429000"/>
            <a:ext cx="20525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>
                <a:latin typeface="Segoe UI" panose="020B0502040204020203" pitchFamily="34" charset="0"/>
                <a:cs typeface="Segoe UI" panose="020B0502040204020203" pitchFamily="34" charset="0"/>
                <a:sym typeface="Wingdings" panose="05000000000000000000" pitchFamily="2" charset="2"/>
              </a:rPr>
              <a:t>Binäre Suche</a:t>
            </a:r>
            <a:endParaRPr lang="de-DE" sz="2400" b="1" dirty="0">
              <a:solidFill>
                <a:schemeClr val="accent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061A7515-0107-E607-8FC3-82D1DE65894A}"/>
              </a:ext>
            </a:extLst>
          </p:cNvPr>
          <p:cNvSpPr txBox="1"/>
          <p:nvPr/>
        </p:nvSpPr>
        <p:spPr>
          <a:xfrm>
            <a:off x="724971" y="2001328"/>
            <a:ext cx="40033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000" dirty="0"/>
              <a:t>Werte durchgehen, bis gefunden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03ED0245-1862-79F4-9267-2AC1E5193B60}"/>
              </a:ext>
            </a:extLst>
          </p:cNvPr>
          <p:cNvSpPr txBox="1"/>
          <p:nvPr/>
        </p:nvSpPr>
        <p:spPr>
          <a:xfrm>
            <a:off x="5287993" y="737855"/>
            <a:ext cx="59035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000" dirty="0">
                <a:sym typeface="Wingdings" panose="05000000000000000000" pitchFamily="2" charset="2"/>
              </a:rPr>
              <a:t> Einen bestimmten Wert in einem Array suchen</a:t>
            </a:r>
            <a:endParaRPr lang="de-DE" sz="2000"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64426ED7-85BD-86E3-8704-4523B524C8FB}"/>
              </a:ext>
            </a:extLst>
          </p:cNvPr>
          <p:cNvSpPr txBox="1"/>
          <p:nvPr/>
        </p:nvSpPr>
        <p:spPr>
          <a:xfrm>
            <a:off x="2343974" y="2727516"/>
            <a:ext cx="77428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12  23  4  123  25  553  67  1  8  93  14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E38CF478-9D1B-2E83-EC01-4F9C3640458D}"/>
              </a:ext>
            </a:extLst>
          </p:cNvPr>
          <p:cNvSpPr txBox="1"/>
          <p:nvPr/>
        </p:nvSpPr>
        <p:spPr>
          <a:xfrm>
            <a:off x="724971" y="4056453"/>
            <a:ext cx="457400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000" dirty="0"/>
              <a:t>Divide &amp; </a:t>
            </a:r>
            <a:r>
              <a:rPr lang="en-AU" sz="2000" dirty="0"/>
              <a:t>Conquer</a:t>
            </a:r>
            <a:r>
              <a:rPr lang="de-DE" sz="2000" dirty="0"/>
              <a:t> Prinzip</a:t>
            </a:r>
          </a:p>
          <a:p>
            <a:pPr marL="342900" indent="-342900">
              <a:buFont typeface="Wingdings" panose="05000000000000000000" pitchFamily="2" charset="2"/>
              <a:buChar char="à"/>
            </a:pPr>
            <a:r>
              <a:rPr lang="de-DE" sz="2000" dirty="0">
                <a:solidFill>
                  <a:srgbClr val="FF0000"/>
                </a:solidFill>
                <a:sym typeface="Wingdings" panose="05000000000000000000" pitchFamily="2" charset="2"/>
              </a:rPr>
              <a:t>Geht nur bei einem sortieren Array</a:t>
            </a:r>
          </a:p>
          <a:p>
            <a:pPr marL="342900" indent="-342900">
              <a:buFont typeface="Wingdings" panose="05000000000000000000" pitchFamily="2" charset="2"/>
              <a:buChar char="à"/>
            </a:pPr>
            <a:endParaRPr lang="de-DE" sz="2000" dirty="0">
              <a:sym typeface="Wingdings" panose="05000000000000000000" pitchFamily="2" charset="2"/>
            </a:endParaRPr>
          </a:p>
          <a:p>
            <a:r>
              <a:rPr lang="de-DE" sz="2000" dirty="0" err="1">
                <a:sym typeface="Wingdings" panose="05000000000000000000" pitchFamily="2" charset="2"/>
              </a:rPr>
              <a:t>Bsp</a:t>
            </a:r>
            <a:r>
              <a:rPr lang="de-DE" sz="2000" dirty="0">
                <a:sym typeface="Wingdings" panose="05000000000000000000" pitchFamily="2" charset="2"/>
              </a:rPr>
              <a:t>: Wir suchen die 8</a:t>
            </a:r>
            <a:endParaRPr lang="de-DE" sz="2000" dirty="0"/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43720681-2130-6E36-23BB-0517FDE3B573}"/>
              </a:ext>
            </a:extLst>
          </p:cNvPr>
          <p:cNvSpPr txBox="1"/>
          <p:nvPr/>
        </p:nvSpPr>
        <p:spPr>
          <a:xfrm>
            <a:off x="2343974" y="5808504"/>
            <a:ext cx="77428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12  23  4  123  25  553  67  1  8  93  14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C7D92C64-A9ED-A757-329D-EB3BA0E3BD26}"/>
              </a:ext>
            </a:extLst>
          </p:cNvPr>
          <p:cNvSpPr txBox="1"/>
          <p:nvPr/>
        </p:nvSpPr>
        <p:spPr>
          <a:xfrm>
            <a:off x="5593977" y="1137965"/>
            <a:ext cx="25867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accent2"/>
                </a:solidFill>
              </a:rPr>
              <a:t>Wir suchen den Wert 8</a:t>
            </a:r>
          </a:p>
        </p:txBody>
      </p:sp>
    </p:spTree>
    <p:extLst>
      <p:ext uri="{BB962C8B-B14F-4D97-AF65-F5344CB8AC3E}">
        <p14:creationId xmlns:p14="http://schemas.microsoft.com/office/powerpoint/2010/main" val="2636141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45C91F-2F35-2320-0EC0-344D275C16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1">
            <a:extLst>
              <a:ext uri="{FF2B5EF4-FFF2-40B4-BE49-F238E27FC236}">
                <a16:creationId xmlns:a16="http://schemas.microsoft.com/office/drawing/2014/main" id="{444A14EA-BC1D-300B-4DD0-75EFD296985B}"/>
              </a:ext>
            </a:extLst>
          </p:cNvPr>
          <p:cNvSpPr txBox="1"/>
          <p:nvPr/>
        </p:nvSpPr>
        <p:spPr>
          <a:xfrm>
            <a:off x="724971" y="568578"/>
            <a:ext cx="1056225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4000" b="1" dirty="0">
                <a:solidFill>
                  <a:schemeClr val="accent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Suchalgorithmen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30F87CB-CFEA-711F-AB27-AE957ACED7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57CEE15A-FA41-C3B4-59EE-4DE415A107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D74A3A9E-759A-3A00-4C0D-B2C243E8DB2B}"/>
              </a:ext>
            </a:extLst>
          </p:cNvPr>
          <p:cNvSpPr txBox="1"/>
          <p:nvPr/>
        </p:nvSpPr>
        <p:spPr>
          <a:xfrm>
            <a:off x="724971" y="1453927"/>
            <a:ext cx="21791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>
                <a:latin typeface="Segoe UI" panose="020B0502040204020203" pitchFamily="34" charset="0"/>
                <a:cs typeface="Segoe UI" panose="020B0502040204020203" pitchFamily="34" charset="0"/>
                <a:sym typeface="Wingdings" panose="05000000000000000000" pitchFamily="2" charset="2"/>
              </a:rPr>
              <a:t>Lineare Suche</a:t>
            </a:r>
            <a:endParaRPr lang="de-DE" sz="2400" b="1" dirty="0">
              <a:solidFill>
                <a:schemeClr val="accent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0FDA698A-F94F-3AF3-1576-0B30C95137A9}"/>
              </a:ext>
            </a:extLst>
          </p:cNvPr>
          <p:cNvSpPr txBox="1"/>
          <p:nvPr/>
        </p:nvSpPr>
        <p:spPr>
          <a:xfrm>
            <a:off x="724971" y="3429000"/>
            <a:ext cx="20525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>
                <a:latin typeface="Segoe UI" panose="020B0502040204020203" pitchFamily="34" charset="0"/>
                <a:cs typeface="Segoe UI" panose="020B0502040204020203" pitchFamily="34" charset="0"/>
                <a:sym typeface="Wingdings" panose="05000000000000000000" pitchFamily="2" charset="2"/>
              </a:rPr>
              <a:t>Binäre Suche</a:t>
            </a:r>
            <a:endParaRPr lang="de-DE" sz="2400" b="1" dirty="0">
              <a:solidFill>
                <a:schemeClr val="accent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82FED428-0344-79C0-0874-017A05818F72}"/>
              </a:ext>
            </a:extLst>
          </p:cNvPr>
          <p:cNvSpPr txBox="1"/>
          <p:nvPr/>
        </p:nvSpPr>
        <p:spPr>
          <a:xfrm>
            <a:off x="724971" y="2001328"/>
            <a:ext cx="40033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000" dirty="0"/>
              <a:t>Werte durchgehen, bis gefunden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33A323BA-FD9D-F550-F192-1074082C4A67}"/>
              </a:ext>
            </a:extLst>
          </p:cNvPr>
          <p:cNvSpPr txBox="1"/>
          <p:nvPr/>
        </p:nvSpPr>
        <p:spPr>
          <a:xfrm>
            <a:off x="5287993" y="737855"/>
            <a:ext cx="59035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000" dirty="0">
                <a:sym typeface="Wingdings" panose="05000000000000000000" pitchFamily="2" charset="2"/>
              </a:rPr>
              <a:t> Einen bestimmten Wert in einem Array suchen</a:t>
            </a:r>
            <a:endParaRPr lang="de-DE" sz="2000"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B6EC3F3A-4BE0-A252-0027-C701C4F2AF91}"/>
              </a:ext>
            </a:extLst>
          </p:cNvPr>
          <p:cNvSpPr txBox="1"/>
          <p:nvPr/>
        </p:nvSpPr>
        <p:spPr>
          <a:xfrm>
            <a:off x="2343974" y="2727516"/>
            <a:ext cx="77428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12  23  4  123  25  553  67  1  8  93  14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E842C263-A77B-2E46-352E-6127F027C29D}"/>
              </a:ext>
            </a:extLst>
          </p:cNvPr>
          <p:cNvSpPr txBox="1"/>
          <p:nvPr/>
        </p:nvSpPr>
        <p:spPr>
          <a:xfrm>
            <a:off x="724971" y="4056453"/>
            <a:ext cx="457400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000" dirty="0"/>
              <a:t>Divide &amp; </a:t>
            </a:r>
            <a:r>
              <a:rPr lang="en-AU" sz="2000" dirty="0"/>
              <a:t>Conquer</a:t>
            </a:r>
            <a:r>
              <a:rPr lang="de-DE" sz="2000" dirty="0"/>
              <a:t> Prinzip</a:t>
            </a:r>
          </a:p>
          <a:p>
            <a:pPr marL="342900" indent="-342900">
              <a:buFont typeface="Wingdings" panose="05000000000000000000" pitchFamily="2" charset="2"/>
              <a:buChar char="à"/>
            </a:pPr>
            <a:r>
              <a:rPr lang="de-DE" sz="2000" dirty="0">
                <a:solidFill>
                  <a:srgbClr val="FF0000"/>
                </a:solidFill>
                <a:sym typeface="Wingdings" panose="05000000000000000000" pitchFamily="2" charset="2"/>
              </a:rPr>
              <a:t>Geht nur bei einem sortieren Array</a:t>
            </a:r>
          </a:p>
          <a:p>
            <a:pPr marL="342900" indent="-342900">
              <a:buFont typeface="Wingdings" panose="05000000000000000000" pitchFamily="2" charset="2"/>
              <a:buChar char="à"/>
            </a:pPr>
            <a:endParaRPr lang="de-DE" sz="2000" dirty="0">
              <a:sym typeface="Wingdings" panose="05000000000000000000" pitchFamily="2" charset="2"/>
            </a:endParaRPr>
          </a:p>
          <a:p>
            <a:r>
              <a:rPr lang="de-DE" sz="2000" dirty="0" err="1">
                <a:sym typeface="Wingdings" panose="05000000000000000000" pitchFamily="2" charset="2"/>
              </a:rPr>
              <a:t>Bsp</a:t>
            </a:r>
            <a:r>
              <a:rPr lang="de-DE" sz="2000" dirty="0">
                <a:sym typeface="Wingdings" panose="05000000000000000000" pitchFamily="2" charset="2"/>
              </a:rPr>
              <a:t>: Wir suchen die 8</a:t>
            </a:r>
            <a:endParaRPr lang="de-DE" sz="2000" dirty="0"/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81902FCB-E0F6-8567-587E-E21DE25640C5}"/>
              </a:ext>
            </a:extLst>
          </p:cNvPr>
          <p:cNvSpPr txBox="1"/>
          <p:nvPr/>
        </p:nvSpPr>
        <p:spPr>
          <a:xfrm>
            <a:off x="2343974" y="5808504"/>
            <a:ext cx="77428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1  4  8  12  14  23  25  67  93  123  553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2A8EDE70-E6CD-E27C-749B-EB8FF6972EF8}"/>
              </a:ext>
            </a:extLst>
          </p:cNvPr>
          <p:cNvSpPr txBox="1"/>
          <p:nvPr/>
        </p:nvSpPr>
        <p:spPr>
          <a:xfrm>
            <a:off x="5593977" y="1137965"/>
            <a:ext cx="26797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accent2"/>
                </a:solidFill>
              </a:rPr>
              <a:t>Wir suchen den Wert 8</a:t>
            </a:r>
          </a:p>
        </p:txBody>
      </p:sp>
    </p:spTree>
    <p:extLst>
      <p:ext uri="{BB962C8B-B14F-4D97-AF65-F5344CB8AC3E}">
        <p14:creationId xmlns:p14="http://schemas.microsoft.com/office/powerpoint/2010/main" val="2031789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84E57-1984-D028-0EB4-86E9BB99A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D3057B-21FE-5431-189B-D51AE99A6B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26614"/>
            <a:ext cx="7729728" cy="3101983"/>
          </a:xfrm>
        </p:spPr>
        <p:txBody>
          <a:bodyPr>
            <a:normAutofit/>
          </a:bodyPr>
          <a:lstStyle/>
          <a:p>
            <a:endParaRPr lang="en-US" sz="2800" dirty="0"/>
          </a:p>
          <a:p>
            <a:endParaRPr lang="en-US" sz="2800" dirty="0"/>
          </a:p>
          <a:p>
            <a:pPr marL="0" indent="0">
              <a:buNone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-&gt; </a:t>
            </a:r>
            <a:r>
              <a:rPr lang="en-US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finde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 15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EB175C-200B-C022-F418-DEF1D3E41F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7500" y="5021580"/>
            <a:ext cx="9017000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6225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61779-0E7F-CF7F-47D7-2B94530BA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Search</a:t>
            </a:r>
          </a:p>
        </p:txBody>
      </p:sp>
      <p:pic>
        <p:nvPicPr>
          <p:cNvPr id="5" name="Content Placeholder 4" descr="A red arrow pointing to a number&#10;&#10;AI-generated content may be incorrect.">
            <a:extLst>
              <a:ext uri="{FF2B5EF4-FFF2-40B4-BE49-F238E27FC236}">
                <a16:creationId xmlns:a16="http://schemas.microsoft.com/office/drawing/2014/main" id="{070311F3-BB1C-9A73-0972-6A5421EF7B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65910" y="4339589"/>
            <a:ext cx="9444713" cy="1301903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BDF5465-7AD8-C3DA-FAA6-50706E48FBF9}"/>
              </a:ext>
            </a:extLst>
          </p:cNvPr>
          <p:cNvSpPr txBox="1"/>
          <p:nvPr/>
        </p:nvSpPr>
        <p:spPr>
          <a:xfrm>
            <a:off x="2838450" y="2457450"/>
            <a:ext cx="54673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/>
              <a:t>anfang</a:t>
            </a:r>
            <a:r>
              <a:rPr lang="en-US" sz="2000" dirty="0"/>
              <a:t> = 0</a:t>
            </a:r>
          </a:p>
          <a:p>
            <a:r>
              <a:rPr lang="en-US" sz="2000" dirty="0" err="1"/>
              <a:t>ende</a:t>
            </a:r>
            <a:r>
              <a:rPr lang="en-US" sz="2000" dirty="0"/>
              <a:t> = 17 -1 </a:t>
            </a:r>
          </a:p>
          <a:p>
            <a:r>
              <a:rPr lang="en-US" sz="2000" dirty="0"/>
              <a:t>m = 0 + ((16 – 0)/2) = 8</a:t>
            </a:r>
          </a:p>
        </p:txBody>
      </p:sp>
    </p:spTree>
    <p:extLst>
      <p:ext uri="{BB962C8B-B14F-4D97-AF65-F5344CB8AC3E}">
        <p14:creationId xmlns:p14="http://schemas.microsoft.com/office/powerpoint/2010/main" val="3710780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BB0FD-439E-2D5A-B557-91DEC6D79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Search</a:t>
            </a:r>
          </a:p>
        </p:txBody>
      </p:sp>
      <p:pic>
        <p:nvPicPr>
          <p:cNvPr id="5" name="Content Placeholder 4" descr="A grey and black box with numbers&#10;&#10;AI-generated content may be incorrect.">
            <a:extLst>
              <a:ext uri="{FF2B5EF4-FFF2-40B4-BE49-F238E27FC236}">
                <a16:creationId xmlns:a16="http://schemas.microsoft.com/office/drawing/2014/main" id="{320F75A4-8C3A-2216-51D2-25C617F19E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0382" y="4252734"/>
            <a:ext cx="10437445" cy="1640574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3A201C8-4784-A4EC-195C-BF8B13EC1238}"/>
              </a:ext>
            </a:extLst>
          </p:cNvPr>
          <p:cNvSpPr txBox="1"/>
          <p:nvPr/>
        </p:nvSpPr>
        <p:spPr>
          <a:xfrm>
            <a:off x="3048000" y="2605266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anfang</a:t>
            </a:r>
            <a:r>
              <a:rPr lang="en-US" dirty="0"/>
              <a:t> = 0</a:t>
            </a:r>
          </a:p>
          <a:p>
            <a:r>
              <a:rPr lang="en-US" dirty="0" err="1"/>
              <a:t>ende</a:t>
            </a:r>
            <a:r>
              <a:rPr lang="en-US" dirty="0"/>
              <a:t> = 8 -1 </a:t>
            </a:r>
          </a:p>
          <a:p>
            <a:r>
              <a:rPr lang="en-US" dirty="0"/>
              <a:t>m = 0 + ((7 – 0)/2) = 3</a:t>
            </a:r>
          </a:p>
        </p:txBody>
      </p:sp>
    </p:spTree>
    <p:extLst>
      <p:ext uri="{BB962C8B-B14F-4D97-AF65-F5344CB8AC3E}">
        <p14:creationId xmlns:p14="http://schemas.microsoft.com/office/powerpoint/2010/main" val="32014721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B4D5A-ED79-0EA5-D827-FEE164F71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Search</a:t>
            </a:r>
          </a:p>
        </p:txBody>
      </p:sp>
      <p:pic>
        <p:nvPicPr>
          <p:cNvPr id="5" name="Content Placeholder 4" descr="A number and a box with text&#10;&#10;AI-generated content may be incorrect.">
            <a:extLst>
              <a:ext uri="{FF2B5EF4-FFF2-40B4-BE49-F238E27FC236}">
                <a16:creationId xmlns:a16="http://schemas.microsoft.com/office/drawing/2014/main" id="{1A78B529-69C4-EC16-20B9-DB5FC07AB7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76350" y="4140320"/>
            <a:ext cx="10576362" cy="1752988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4457138-72C1-1943-8ACB-420769214393}"/>
              </a:ext>
            </a:extLst>
          </p:cNvPr>
          <p:cNvSpPr txBox="1"/>
          <p:nvPr/>
        </p:nvSpPr>
        <p:spPr>
          <a:xfrm>
            <a:off x="3048000" y="2685201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anfang</a:t>
            </a:r>
            <a:r>
              <a:rPr lang="en-US" dirty="0"/>
              <a:t> = 3 + 1 = 4</a:t>
            </a:r>
          </a:p>
          <a:p>
            <a:r>
              <a:rPr lang="en-US" dirty="0" err="1"/>
              <a:t>ende</a:t>
            </a:r>
            <a:r>
              <a:rPr lang="en-US" dirty="0"/>
              <a:t> = 7</a:t>
            </a:r>
          </a:p>
          <a:p>
            <a:r>
              <a:rPr lang="en-US" dirty="0"/>
              <a:t>m = 4 + ((7 – 4)/2) = 5</a:t>
            </a:r>
          </a:p>
        </p:txBody>
      </p:sp>
    </p:spTree>
    <p:extLst>
      <p:ext uri="{BB962C8B-B14F-4D97-AF65-F5344CB8AC3E}">
        <p14:creationId xmlns:p14="http://schemas.microsoft.com/office/powerpoint/2010/main" val="1940724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C97B2-F542-6C1E-DBBD-0194E4840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Search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D2F640E-06DA-71CB-F5F1-B71DAD0888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59291" y="3923539"/>
            <a:ext cx="9273417" cy="1562100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06BA01E-25E0-6EBC-08BF-1AD806E3C2A0}"/>
              </a:ext>
            </a:extLst>
          </p:cNvPr>
          <p:cNvSpPr txBox="1"/>
          <p:nvPr/>
        </p:nvSpPr>
        <p:spPr>
          <a:xfrm>
            <a:off x="3047999" y="2576810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anfang</a:t>
            </a:r>
            <a:r>
              <a:rPr lang="en-US" dirty="0"/>
              <a:t> = 5+ 1 = 6</a:t>
            </a:r>
          </a:p>
          <a:p>
            <a:r>
              <a:rPr lang="en-US" dirty="0" err="1"/>
              <a:t>ende</a:t>
            </a:r>
            <a:r>
              <a:rPr lang="en-US" dirty="0"/>
              <a:t> = 7</a:t>
            </a:r>
          </a:p>
          <a:p>
            <a:r>
              <a:rPr lang="en-US" dirty="0"/>
              <a:t>m = 6 + ((7 – 6)/2) = 6</a:t>
            </a:r>
          </a:p>
        </p:txBody>
      </p:sp>
    </p:spTree>
    <p:extLst>
      <p:ext uri="{BB962C8B-B14F-4D97-AF65-F5344CB8AC3E}">
        <p14:creationId xmlns:p14="http://schemas.microsoft.com/office/powerpoint/2010/main" val="29183439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FDDD79B-9D9B-06F6-B722-BEF4D107582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32214215"/>
              </p:ext>
            </p:extLst>
          </p:nvPr>
        </p:nvGraphicFramePr>
        <p:xfrm>
          <a:off x="1085850" y="457200"/>
          <a:ext cx="9715500" cy="5905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57750">
                  <a:extLst>
                    <a:ext uri="{9D8B030D-6E8A-4147-A177-3AD203B41FA5}">
                      <a16:colId xmlns:a16="http://schemas.microsoft.com/office/drawing/2014/main" val="3045745633"/>
                    </a:ext>
                  </a:extLst>
                </a:gridCol>
                <a:gridCol w="4857750">
                  <a:extLst>
                    <a:ext uri="{9D8B030D-6E8A-4147-A177-3AD203B41FA5}">
                      <a16:colId xmlns:a16="http://schemas.microsoft.com/office/drawing/2014/main" val="2298068241"/>
                    </a:ext>
                  </a:extLst>
                </a:gridCol>
              </a:tblGrid>
              <a:tr h="1968500">
                <a:tc>
                  <a:txBody>
                    <a:bodyPr/>
                    <a:lstStyle/>
                    <a:p>
                      <a:r>
                        <a:rPr lang="en-US" sz="2800" dirty="0"/>
                        <a:t>Linear- search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Binary Search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917960"/>
                  </a:ext>
                </a:extLst>
              </a:tr>
              <a:tr h="1968500">
                <a:tc>
                  <a:txBody>
                    <a:bodyPr/>
                    <a:lstStyle/>
                    <a:p>
                      <a:r>
                        <a:rPr lang="en-US" sz="2800" dirty="0" err="1"/>
                        <a:t>Werte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durchgehen</a:t>
                      </a:r>
                      <a:r>
                        <a:rPr lang="en-US" sz="2800" dirty="0"/>
                        <a:t>, bis </a:t>
                      </a:r>
                      <a:r>
                        <a:rPr lang="en-US" sz="2800" dirty="0" err="1"/>
                        <a:t>gefunden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Divide &amp; Conquer </a:t>
                      </a:r>
                      <a:r>
                        <a:rPr lang="en-US" sz="2800" dirty="0" err="1"/>
                        <a:t>Prinzip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2933439"/>
                  </a:ext>
                </a:extLst>
              </a:tr>
              <a:tr h="1968500">
                <a:tc>
                  <a:txBody>
                    <a:bodyPr/>
                    <a:lstStyle/>
                    <a:p>
                      <a:r>
                        <a:rPr lang="en-US" sz="2800" dirty="0" err="1"/>
                        <a:t>Geht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auch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bei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unsortiert</a:t>
                      </a:r>
                      <a:r>
                        <a:rPr lang="en-US" sz="28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Geht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nur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bei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einem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sortieren</a:t>
                      </a:r>
                      <a:r>
                        <a:rPr lang="en-US" sz="2800" dirty="0"/>
                        <a:t> Array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45085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05260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white paper with black text&#10;&#10;AI-generated content may be incorrect.">
            <a:extLst>
              <a:ext uri="{FF2B5EF4-FFF2-40B4-BE49-F238E27FC236}">
                <a16:creationId xmlns:a16="http://schemas.microsoft.com/office/drawing/2014/main" id="{7A51D143-F589-7E82-809F-8FFBF73DAB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76008" y="2261367"/>
            <a:ext cx="10211782" cy="3631941"/>
          </a:xfrm>
        </p:spPr>
      </p:pic>
    </p:spTree>
    <p:extLst>
      <p:ext uri="{BB962C8B-B14F-4D97-AF65-F5344CB8AC3E}">
        <p14:creationId xmlns:p14="http://schemas.microsoft.com/office/powerpoint/2010/main" val="32089505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6186E-B0FC-89AA-5A16-63FDEC1F0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</a:t>
            </a:r>
            <a:r>
              <a:rPr lang="en-US" dirty="0" err="1"/>
              <a:t>mit</a:t>
            </a:r>
            <a:r>
              <a:rPr lang="en-US" dirty="0"/>
              <a:t> </a:t>
            </a:r>
            <a:r>
              <a:rPr lang="en-US" dirty="0" err="1"/>
              <a:t>unsortierten</a:t>
            </a:r>
            <a:r>
              <a:rPr lang="en-US" dirty="0"/>
              <a:t> </a:t>
            </a:r>
            <a:r>
              <a:rPr lang="en-US" dirty="0" err="1"/>
              <a:t>Daten</a:t>
            </a:r>
            <a:r>
              <a:rPr lang="en-US" dirty="0"/>
              <a:t> </a:t>
            </a:r>
            <a:r>
              <a:rPr lang="en-US" dirty="0" err="1"/>
              <a:t>lösen</a:t>
            </a:r>
            <a:r>
              <a:rPr lang="en-US" dirty="0"/>
              <a:t>: Sorting-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D8159D-169A-421E-2039-E59AA4D88F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02506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F250C0-0A02-BC8D-DE83-0B2B6BB53C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1">
            <a:extLst>
              <a:ext uri="{FF2B5EF4-FFF2-40B4-BE49-F238E27FC236}">
                <a16:creationId xmlns:a16="http://schemas.microsoft.com/office/drawing/2014/main" id="{3D7E6DBB-371D-80D9-0879-0E63EEC9A6E7}"/>
              </a:ext>
            </a:extLst>
          </p:cNvPr>
          <p:cNvSpPr txBox="1"/>
          <p:nvPr/>
        </p:nvSpPr>
        <p:spPr>
          <a:xfrm>
            <a:off x="724971" y="568578"/>
            <a:ext cx="1056225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4000" b="1" dirty="0">
                <a:solidFill>
                  <a:schemeClr val="accent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Sortieralgorithmen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457B31D-5AE0-ABCE-996C-87168F80F3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44915044-3591-5C47-0BE9-74021DA2AC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F776F71A-1121-9E2F-A676-90FA423F1126}"/>
              </a:ext>
            </a:extLst>
          </p:cNvPr>
          <p:cNvSpPr txBox="1"/>
          <p:nvPr/>
        </p:nvSpPr>
        <p:spPr>
          <a:xfrm>
            <a:off x="724971" y="1453927"/>
            <a:ext cx="20818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 err="1">
                <a:latin typeface="Segoe UI" panose="020B0502040204020203" pitchFamily="34" charset="0"/>
                <a:cs typeface="Segoe UI" panose="020B0502040204020203" pitchFamily="34" charset="0"/>
                <a:sym typeface="Wingdings" panose="05000000000000000000" pitchFamily="2" charset="2"/>
              </a:rPr>
              <a:t>Selectionsort</a:t>
            </a:r>
            <a:endParaRPr lang="de-DE" sz="2400" b="1" dirty="0">
              <a:solidFill>
                <a:schemeClr val="accent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D7B9AF18-8FF9-750C-32A3-DD4B47D55C85}"/>
              </a:ext>
            </a:extLst>
          </p:cNvPr>
          <p:cNvSpPr txBox="1"/>
          <p:nvPr/>
        </p:nvSpPr>
        <p:spPr>
          <a:xfrm>
            <a:off x="724971" y="2104465"/>
            <a:ext cx="5391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immer das kleinste Element mit dem aktuellen tauschen</a:t>
            </a:r>
          </a:p>
        </p:txBody>
      </p: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520257BA-EFC6-224D-EA3D-E1395826C056}"/>
              </a:ext>
            </a:extLst>
          </p:cNvPr>
          <p:cNvGrpSpPr/>
          <p:nvPr/>
        </p:nvGrpSpPr>
        <p:grpSpPr>
          <a:xfrm>
            <a:off x="828288" y="2915586"/>
            <a:ext cx="2189088" cy="1223450"/>
            <a:chOff x="672353" y="2826924"/>
            <a:chExt cx="2328424" cy="1301324"/>
          </a:xfrm>
        </p:grpSpPr>
        <p:sp>
          <p:nvSpPr>
            <p:cNvPr id="12" name="Rechteck 11">
              <a:extLst>
                <a:ext uri="{FF2B5EF4-FFF2-40B4-BE49-F238E27FC236}">
                  <a16:creationId xmlns:a16="http://schemas.microsoft.com/office/drawing/2014/main" id="{7AE45820-73E9-9811-A89F-A6AB773A4C69}"/>
                </a:ext>
              </a:extLst>
            </p:cNvPr>
            <p:cNvSpPr/>
            <p:nvPr/>
          </p:nvSpPr>
          <p:spPr>
            <a:xfrm>
              <a:off x="996327" y="3032980"/>
              <a:ext cx="260971" cy="1095268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15" name="Gerader Verbinder 14">
              <a:extLst>
                <a:ext uri="{FF2B5EF4-FFF2-40B4-BE49-F238E27FC236}">
                  <a16:creationId xmlns:a16="http://schemas.microsoft.com/office/drawing/2014/main" id="{A30E7A53-9304-F77D-C642-CDC4DBA7BD67}"/>
                </a:ext>
              </a:extLst>
            </p:cNvPr>
            <p:cNvCxnSpPr>
              <a:cxnSpLocks/>
            </p:cNvCxnSpPr>
            <p:nvPr/>
          </p:nvCxnSpPr>
          <p:spPr>
            <a:xfrm>
              <a:off x="672353" y="4128247"/>
              <a:ext cx="2328424" cy="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6" name="Rechteck 15">
              <a:extLst>
                <a:ext uri="{FF2B5EF4-FFF2-40B4-BE49-F238E27FC236}">
                  <a16:creationId xmlns:a16="http://schemas.microsoft.com/office/drawing/2014/main" id="{C22B3D48-45AA-E236-3A2D-EDBECE2D9EC8}"/>
                </a:ext>
              </a:extLst>
            </p:cNvPr>
            <p:cNvSpPr/>
            <p:nvPr/>
          </p:nvSpPr>
          <p:spPr>
            <a:xfrm>
              <a:off x="1450786" y="3599648"/>
              <a:ext cx="260971" cy="528599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7" name="Rechteck 16">
              <a:extLst>
                <a:ext uri="{FF2B5EF4-FFF2-40B4-BE49-F238E27FC236}">
                  <a16:creationId xmlns:a16="http://schemas.microsoft.com/office/drawing/2014/main" id="{BF6F7A35-BCF0-3D49-3F83-99EBD17BE472}"/>
                </a:ext>
              </a:extLst>
            </p:cNvPr>
            <p:cNvSpPr/>
            <p:nvPr/>
          </p:nvSpPr>
          <p:spPr>
            <a:xfrm>
              <a:off x="1905245" y="2826924"/>
              <a:ext cx="260971" cy="1301324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9" name="Rechteck 18">
              <a:extLst>
                <a:ext uri="{FF2B5EF4-FFF2-40B4-BE49-F238E27FC236}">
                  <a16:creationId xmlns:a16="http://schemas.microsoft.com/office/drawing/2014/main" id="{8A4551D4-B893-7B56-C177-71A92EC56346}"/>
                </a:ext>
              </a:extLst>
            </p:cNvPr>
            <p:cNvSpPr/>
            <p:nvPr/>
          </p:nvSpPr>
          <p:spPr>
            <a:xfrm>
              <a:off x="2371766" y="3219718"/>
              <a:ext cx="260971" cy="908529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22" name="Textfeld 21">
            <a:extLst>
              <a:ext uri="{FF2B5EF4-FFF2-40B4-BE49-F238E27FC236}">
                <a16:creationId xmlns:a16="http://schemas.microsoft.com/office/drawing/2014/main" id="{6627A3F2-9986-0706-77F9-F9B68B74C0B3}"/>
              </a:ext>
            </a:extLst>
          </p:cNvPr>
          <p:cNvSpPr txBox="1"/>
          <p:nvPr/>
        </p:nvSpPr>
        <p:spPr>
          <a:xfrm>
            <a:off x="633847" y="3450558"/>
            <a:ext cx="313774" cy="3472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1.</a:t>
            </a: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28DCA95D-9085-08AB-CDAC-F34C882AFE65}"/>
              </a:ext>
            </a:extLst>
          </p:cNvPr>
          <p:cNvSpPr txBox="1"/>
          <p:nvPr/>
        </p:nvSpPr>
        <p:spPr>
          <a:xfrm>
            <a:off x="3377028" y="3450558"/>
            <a:ext cx="346930" cy="3472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2.</a:t>
            </a:r>
          </a:p>
        </p:txBody>
      </p:sp>
      <p:sp>
        <p:nvSpPr>
          <p:cNvPr id="43" name="Textfeld 42">
            <a:extLst>
              <a:ext uri="{FF2B5EF4-FFF2-40B4-BE49-F238E27FC236}">
                <a16:creationId xmlns:a16="http://schemas.microsoft.com/office/drawing/2014/main" id="{E84043CA-5B5A-4A0B-08F2-89C7B010633F}"/>
              </a:ext>
            </a:extLst>
          </p:cNvPr>
          <p:cNvSpPr txBox="1"/>
          <p:nvPr/>
        </p:nvSpPr>
        <p:spPr>
          <a:xfrm>
            <a:off x="625072" y="5230457"/>
            <a:ext cx="369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5.</a:t>
            </a:r>
          </a:p>
        </p:txBody>
      </p:sp>
      <p:sp>
        <p:nvSpPr>
          <p:cNvPr id="50" name="Textfeld 49">
            <a:extLst>
              <a:ext uri="{FF2B5EF4-FFF2-40B4-BE49-F238E27FC236}">
                <a16:creationId xmlns:a16="http://schemas.microsoft.com/office/drawing/2014/main" id="{9766B7C3-8F5C-88B0-3395-DFA8223CF2DD}"/>
              </a:ext>
            </a:extLst>
          </p:cNvPr>
          <p:cNvSpPr txBox="1"/>
          <p:nvPr/>
        </p:nvSpPr>
        <p:spPr>
          <a:xfrm>
            <a:off x="3368854" y="5255595"/>
            <a:ext cx="369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6.</a:t>
            </a:r>
          </a:p>
        </p:txBody>
      </p:sp>
      <p:sp>
        <p:nvSpPr>
          <p:cNvPr id="57" name="Textfeld 56">
            <a:extLst>
              <a:ext uri="{FF2B5EF4-FFF2-40B4-BE49-F238E27FC236}">
                <a16:creationId xmlns:a16="http://schemas.microsoft.com/office/drawing/2014/main" id="{EAAED2CC-F6F5-1826-81C9-99116ADBDE0F}"/>
              </a:ext>
            </a:extLst>
          </p:cNvPr>
          <p:cNvSpPr txBox="1"/>
          <p:nvPr/>
        </p:nvSpPr>
        <p:spPr>
          <a:xfrm>
            <a:off x="6249944" y="5188869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7.</a:t>
            </a:r>
          </a:p>
        </p:txBody>
      </p:sp>
      <p:sp>
        <p:nvSpPr>
          <p:cNvPr id="88" name="Textfeld 87">
            <a:extLst>
              <a:ext uri="{FF2B5EF4-FFF2-40B4-BE49-F238E27FC236}">
                <a16:creationId xmlns:a16="http://schemas.microsoft.com/office/drawing/2014/main" id="{0948CBC0-91E9-1F8B-E8EC-B662A9F25FEA}"/>
              </a:ext>
            </a:extLst>
          </p:cNvPr>
          <p:cNvSpPr txBox="1"/>
          <p:nvPr/>
        </p:nvSpPr>
        <p:spPr>
          <a:xfrm>
            <a:off x="6209015" y="3467298"/>
            <a:ext cx="369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3.</a:t>
            </a: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70D0B367-BC6E-2115-6BE2-4CCFB5FFD96D}"/>
              </a:ext>
            </a:extLst>
          </p:cNvPr>
          <p:cNvGrpSpPr/>
          <p:nvPr/>
        </p:nvGrpSpPr>
        <p:grpSpPr>
          <a:xfrm>
            <a:off x="3699616" y="2915586"/>
            <a:ext cx="2189088" cy="1223450"/>
            <a:chOff x="672353" y="2826924"/>
            <a:chExt cx="2328424" cy="1301324"/>
          </a:xfrm>
        </p:grpSpPr>
        <p:sp>
          <p:nvSpPr>
            <p:cNvPr id="5" name="Rechteck 4">
              <a:extLst>
                <a:ext uri="{FF2B5EF4-FFF2-40B4-BE49-F238E27FC236}">
                  <a16:creationId xmlns:a16="http://schemas.microsoft.com/office/drawing/2014/main" id="{9ADE2182-EA68-A6D0-4A08-26268373AB28}"/>
                </a:ext>
              </a:extLst>
            </p:cNvPr>
            <p:cNvSpPr/>
            <p:nvPr/>
          </p:nvSpPr>
          <p:spPr>
            <a:xfrm>
              <a:off x="996327" y="3032980"/>
              <a:ext cx="260971" cy="1095268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6" name="Gerader Verbinder 5">
              <a:extLst>
                <a:ext uri="{FF2B5EF4-FFF2-40B4-BE49-F238E27FC236}">
                  <a16:creationId xmlns:a16="http://schemas.microsoft.com/office/drawing/2014/main" id="{B131FC45-AA59-7F1D-59E4-719BE116B3FC}"/>
                </a:ext>
              </a:extLst>
            </p:cNvPr>
            <p:cNvCxnSpPr>
              <a:cxnSpLocks/>
            </p:cNvCxnSpPr>
            <p:nvPr/>
          </p:nvCxnSpPr>
          <p:spPr>
            <a:xfrm>
              <a:off x="672353" y="4128247"/>
              <a:ext cx="2328424" cy="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" name="Rechteck 6">
              <a:extLst>
                <a:ext uri="{FF2B5EF4-FFF2-40B4-BE49-F238E27FC236}">
                  <a16:creationId xmlns:a16="http://schemas.microsoft.com/office/drawing/2014/main" id="{367CF3F6-577E-A70C-E09D-A60180559E1B}"/>
                </a:ext>
              </a:extLst>
            </p:cNvPr>
            <p:cNvSpPr/>
            <p:nvPr/>
          </p:nvSpPr>
          <p:spPr>
            <a:xfrm>
              <a:off x="1450786" y="3599648"/>
              <a:ext cx="260971" cy="528599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8" name="Rechteck 7">
              <a:extLst>
                <a:ext uri="{FF2B5EF4-FFF2-40B4-BE49-F238E27FC236}">
                  <a16:creationId xmlns:a16="http://schemas.microsoft.com/office/drawing/2014/main" id="{E7B4B2AE-32AE-59BA-4197-19DE729CCB31}"/>
                </a:ext>
              </a:extLst>
            </p:cNvPr>
            <p:cNvSpPr/>
            <p:nvPr/>
          </p:nvSpPr>
          <p:spPr>
            <a:xfrm>
              <a:off x="1905245" y="2826924"/>
              <a:ext cx="260971" cy="1301324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BBCED509-CA78-F37D-E36B-56B9A7385422}"/>
                </a:ext>
              </a:extLst>
            </p:cNvPr>
            <p:cNvSpPr/>
            <p:nvPr/>
          </p:nvSpPr>
          <p:spPr>
            <a:xfrm>
              <a:off x="2371766" y="3219718"/>
              <a:ext cx="260971" cy="908529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cxnSp>
        <p:nvCxnSpPr>
          <p:cNvPr id="30" name="Gerade Verbindung mit Pfeil 29">
            <a:extLst>
              <a:ext uri="{FF2B5EF4-FFF2-40B4-BE49-F238E27FC236}">
                <a16:creationId xmlns:a16="http://schemas.microsoft.com/office/drawing/2014/main" id="{F548108C-F4BA-5B37-DB14-81D9CCB9423F}"/>
              </a:ext>
            </a:extLst>
          </p:cNvPr>
          <p:cNvCxnSpPr>
            <a:cxnSpLocks/>
          </p:cNvCxnSpPr>
          <p:nvPr/>
        </p:nvCxnSpPr>
        <p:spPr>
          <a:xfrm flipV="1">
            <a:off x="1255552" y="4227226"/>
            <a:ext cx="0" cy="254833"/>
          </a:xfrm>
          <a:prstGeom prst="straightConnector1">
            <a:avLst/>
          </a:prstGeom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2" name="Gerade Verbindung mit Pfeil 31">
            <a:extLst>
              <a:ext uri="{FF2B5EF4-FFF2-40B4-BE49-F238E27FC236}">
                <a16:creationId xmlns:a16="http://schemas.microsoft.com/office/drawing/2014/main" id="{8684B1CD-0961-938E-0945-526B052E3665}"/>
              </a:ext>
            </a:extLst>
          </p:cNvPr>
          <p:cNvCxnSpPr>
            <a:cxnSpLocks/>
          </p:cNvCxnSpPr>
          <p:nvPr/>
        </p:nvCxnSpPr>
        <p:spPr>
          <a:xfrm flipV="1">
            <a:off x="1671699" y="4227226"/>
            <a:ext cx="0" cy="254833"/>
          </a:xfrm>
          <a:prstGeom prst="straightConnector1">
            <a:avLst/>
          </a:prstGeom>
          <a:ln w="38100" cap="flat" cmpd="sng" algn="ctr">
            <a:solidFill>
              <a:srgbClr val="00B0F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3" name="Gerade Verbindung mit Pfeil 32">
            <a:extLst>
              <a:ext uri="{FF2B5EF4-FFF2-40B4-BE49-F238E27FC236}">
                <a16:creationId xmlns:a16="http://schemas.microsoft.com/office/drawing/2014/main" id="{3246A13C-FA65-D1DE-E94E-1CA1D578F48D}"/>
              </a:ext>
            </a:extLst>
          </p:cNvPr>
          <p:cNvCxnSpPr>
            <a:cxnSpLocks/>
          </p:cNvCxnSpPr>
          <p:nvPr/>
        </p:nvCxnSpPr>
        <p:spPr>
          <a:xfrm flipV="1">
            <a:off x="4139512" y="4227226"/>
            <a:ext cx="0" cy="254833"/>
          </a:xfrm>
          <a:prstGeom prst="straightConnector1">
            <a:avLst/>
          </a:prstGeom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4" name="Gerade Verbindung mit Pfeil 33">
            <a:extLst>
              <a:ext uri="{FF2B5EF4-FFF2-40B4-BE49-F238E27FC236}">
                <a16:creationId xmlns:a16="http://schemas.microsoft.com/office/drawing/2014/main" id="{8D18121C-FDC7-9A24-9F40-3AAB2002B322}"/>
              </a:ext>
            </a:extLst>
          </p:cNvPr>
          <p:cNvCxnSpPr>
            <a:cxnSpLocks/>
          </p:cNvCxnSpPr>
          <p:nvPr/>
        </p:nvCxnSpPr>
        <p:spPr>
          <a:xfrm flipV="1">
            <a:off x="4981407" y="4227226"/>
            <a:ext cx="0" cy="254833"/>
          </a:xfrm>
          <a:prstGeom prst="straightConnector1">
            <a:avLst/>
          </a:prstGeom>
          <a:ln w="38100" cap="flat" cmpd="sng" algn="ctr">
            <a:solidFill>
              <a:srgbClr val="00B0F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8" name="Gerade Verbindung mit Pfeil 57">
            <a:extLst>
              <a:ext uri="{FF2B5EF4-FFF2-40B4-BE49-F238E27FC236}">
                <a16:creationId xmlns:a16="http://schemas.microsoft.com/office/drawing/2014/main" id="{32D300A5-88D0-80F5-B326-C0995F2C7D6F}"/>
              </a:ext>
            </a:extLst>
          </p:cNvPr>
          <p:cNvCxnSpPr>
            <a:cxnSpLocks/>
          </p:cNvCxnSpPr>
          <p:nvPr/>
        </p:nvCxnSpPr>
        <p:spPr>
          <a:xfrm flipV="1">
            <a:off x="8195524" y="4227226"/>
            <a:ext cx="0" cy="254833"/>
          </a:xfrm>
          <a:prstGeom prst="straightConnector1">
            <a:avLst/>
          </a:prstGeom>
          <a:ln w="38100" cap="flat" cmpd="sng" algn="ctr">
            <a:solidFill>
              <a:srgbClr val="00B0F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0" name="Gerade Verbindung mit Pfeil 59">
            <a:extLst>
              <a:ext uri="{FF2B5EF4-FFF2-40B4-BE49-F238E27FC236}">
                <a16:creationId xmlns:a16="http://schemas.microsoft.com/office/drawing/2014/main" id="{4B03442E-96B0-59E8-650D-DAE973902802}"/>
              </a:ext>
            </a:extLst>
          </p:cNvPr>
          <p:cNvCxnSpPr>
            <a:cxnSpLocks/>
          </p:cNvCxnSpPr>
          <p:nvPr/>
        </p:nvCxnSpPr>
        <p:spPr>
          <a:xfrm flipV="1">
            <a:off x="6910736" y="4227226"/>
            <a:ext cx="0" cy="254833"/>
          </a:xfrm>
          <a:prstGeom prst="straightConnector1">
            <a:avLst/>
          </a:prstGeom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105" name="Gruppieren 104">
            <a:extLst>
              <a:ext uri="{FF2B5EF4-FFF2-40B4-BE49-F238E27FC236}">
                <a16:creationId xmlns:a16="http://schemas.microsoft.com/office/drawing/2014/main" id="{9D7730C3-B110-C0FD-381E-BAD51513F1B7}"/>
              </a:ext>
            </a:extLst>
          </p:cNvPr>
          <p:cNvGrpSpPr/>
          <p:nvPr/>
        </p:nvGrpSpPr>
        <p:grpSpPr>
          <a:xfrm>
            <a:off x="6486506" y="2915585"/>
            <a:ext cx="2189088" cy="1223450"/>
            <a:chOff x="672353" y="2826924"/>
            <a:chExt cx="2328424" cy="1301324"/>
          </a:xfrm>
        </p:grpSpPr>
        <p:sp>
          <p:nvSpPr>
            <p:cNvPr id="106" name="Rechteck 105">
              <a:extLst>
                <a:ext uri="{FF2B5EF4-FFF2-40B4-BE49-F238E27FC236}">
                  <a16:creationId xmlns:a16="http://schemas.microsoft.com/office/drawing/2014/main" id="{2A0B6F27-433B-A5C8-CD6F-84057775E993}"/>
                </a:ext>
              </a:extLst>
            </p:cNvPr>
            <p:cNvSpPr/>
            <p:nvPr/>
          </p:nvSpPr>
          <p:spPr>
            <a:xfrm>
              <a:off x="996327" y="3032980"/>
              <a:ext cx="260971" cy="1095268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107" name="Gerader Verbinder 106">
              <a:extLst>
                <a:ext uri="{FF2B5EF4-FFF2-40B4-BE49-F238E27FC236}">
                  <a16:creationId xmlns:a16="http://schemas.microsoft.com/office/drawing/2014/main" id="{86D2B611-B91C-3297-B925-BCF2AADCBDB9}"/>
                </a:ext>
              </a:extLst>
            </p:cNvPr>
            <p:cNvCxnSpPr>
              <a:cxnSpLocks/>
            </p:cNvCxnSpPr>
            <p:nvPr/>
          </p:nvCxnSpPr>
          <p:spPr>
            <a:xfrm>
              <a:off x="672353" y="4128247"/>
              <a:ext cx="2328424" cy="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8" name="Rechteck 107">
              <a:extLst>
                <a:ext uri="{FF2B5EF4-FFF2-40B4-BE49-F238E27FC236}">
                  <a16:creationId xmlns:a16="http://schemas.microsoft.com/office/drawing/2014/main" id="{56EC9A49-3A7B-0BC9-5D91-85FD4B8A93B3}"/>
                </a:ext>
              </a:extLst>
            </p:cNvPr>
            <p:cNvSpPr/>
            <p:nvPr/>
          </p:nvSpPr>
          <p:spPr>
            <a:xfrm>
              <a:off x="1450786" y="3599648"/>
              <a:ext cx="260971" cy="528599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09" name="Rechteck 108">
              <a:extLst>
                <a:ext uri="{FF2B5EF4-FFF2-40B4-BE49-F238E27FC236}">
                  <a16:creationId xmlns:a16="http://schemas.microsoft.com/office/drawing/2014/main" id="{64859422-6322-86D1-6390-818A84A05549}"/>
                </a:ext>
              </a:extLst>
            </p:cNvPr>
            <p:cNvSpPr/>
            <p:nvPr/>
          </p:nvSpPr>
          <p:spPr>
            <a:xfrm>
              <a:off x="1905245" y="2826924"/>
              <a:ext cx="260971" cy="1301324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0" name="Rechteck 109">
              <a:extLst>
                <a:ext uri="{FF2B5EF4-FFF2-40B4-BE49-F238E27FC236}">
                  <a16:creationId xmlns:a16="http://schemas.microsoft.com/office/drawing/2014/main" id="{96BE643B-38DB-AEE4-CC1F-887FD414918A}"/>
                </a:ext>
              </a:extLst>
            </p:cNvPr>
            <p:cNvSpPr/>
            <p:nvPr/>
          </p:nvSpPr>
          <p:spPr>
            <a:xfrm>
              <a:off x="2371766" y="3219718"/>
              <a:ext cx="260971" cy="908529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117" name="Gruppieren 116">
            <a:extLst>
              <a:ext uri="{FF2B5EF4-FFF2-40B4-BE49-F238E27FC236}">
                <a16:creationId xmlns:a16="http://schemas.microsoft.com/office/drawing/2014/main" id="{510D72E9-4239-EC5F-27A0-FABAB9D7D71D}"/>
              </a:ext>
            </a:extLst>
          </p:cNvPr>
          <p:cNvGrpSpPr/>
          <p:nvPr/>
        </p:nvGrpSpPr>
        <p:grpSpPr>
          <a:xfrm>
            <a:off x="815136" y="4851302"/>
            <a:ext cx="2189088" cy="1223450"/>
            <a:chOff x="672353" y="2826924"/>
            <a:chExt cx="2328424" cy="1301324"/>
          </a:xfrm>
        </p:grpSpPr>
        <p:sp>
          <p:nvSpPr>
            <p:cNvPr id="118" name="Rechteck 117">
              <a:extLst>
                <a:ext uri="{FF2B5EF4-FFF2-40B4-BE49-F238E27FC236}">
                  <a16:creationId xmlns:a16="http://schemas.microsoft.com/office/drawing/2014/main" id="{931F925F-9858-9B75-9509-BB28050D9758}"/>
                </a:ext>
              </a:extLst>
            </p:cNvPr>
            <p:cNvSpPr/>
            <p:nvPr/>
          </p:nvSpPr>
          <p:spPr>
            <a:xfrm>
              <a:off x="1424958" y="3032980"/>
              <a:ext cx="260971" cy="1095268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cxnSp>
          <p:nvCxnSpPr>
            <p:cNvPr id="119" name="Gerader Verbinder 118">
              <a:extLst>
                <a:ext uri="{FF2B5EF4-FFF2-40B4-BE49-F238E27FC236}">
                  <a16:creationId xmlns:a16="http://schemas.microsoft.com/office/drawing/2014/main" id="{641099AD-5950-1BFC-A6DE-97C4A85E38E9}"/>
                </a:ext>
              </a:extLst>
            </p:cNvPr>
            <p:cNvCxnSpPr>
              <a:cxnSpLocks/>
            </p:cNvCxnSpPr>
            <p:nvPr/>
          </p:nvCxnSpPr>
          <p:spPr>
            <a:xfrm>
              <a:off x="672353" y="4128247"/>
              <a:ext cx="2328424" cy="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0" name="Rechteck 119">
              <a:extLst>
                <a:ext uri="{FF2B5EF4-FFF2-40B4-BE49-F238E27FC236}">
                  <a16:creationId xmlns:a16="http://schemas.microsoft.com/office/drawing/2014/main" id="{D51DC3AF-FE40-F42C-5F0D-2C7E7AB48FAB}"/>
                </a:ext>
              </a:extLst>
            </p:cNvPr>
            <p:cNvSpPr/>
            <p:nvPr/>
          </p:nvSpPr>
          <p:spPr>
            <a:xfrm>
              <a:off x="996326" y="3599648"/>
              <a:ext cx="260971" cy="528599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1" name="Rechteck 120">
              <a:extLst>
                <a:ext uri="{FF2B5EF4-FFF2-40B4-BE49-F238E27FC236}">
                  <a16:creationId xmlns:a16="http://schemas.microsoft.com/office/drawing/2014/main" id="{7261159B-4A56-4E11-1D3E-04569F641A1F}"/>
                </a:ext>
              </a:extLst>
            </p:cNvPr>
            <p:cNvSpPr/>
            <p:nvPr/>
          </p:nvSpPr>
          <p:spPr>
            <a:xfrm>
              <a:off x="1905245" y="2826924"/>
              <a:ext cx="260971" cy="1301324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2" name="Rechteck 121">
              <a:extLst>
                <a:ext uri="{FF2B5EF4-FFF2-40B4-BE49-F238E27FC236}">
                  <a16:creationId xmlns:a16="http://schemas.microsoft.com/office/drawing/2014/main" id="{567D90CD-AB4E-62C4-2108-B8E4E7776CF1}"/>
                </a:ext>
              </a:extLst>
            </p:cNvPr>
            <p:cNvSpPr/>
            <p:nvPr/>
          </p:nvSpPr>
          <p:spPr>
            <a:xfrm>
              <a:off x="2371766" y="3219718"/>
              <a:ext cx="260971" cy="908529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cxnSp>
        <p:nvCxnSpPr>
          <p:cNvPr id="123" name="Gerade Verbindung mit Pfeil 122">
            <a:extLst>
              <a:ext uri="{FF2B5EF4-FFF2-40B4-BE49-F238E27FC236}">
                <a16:creationId xmlns:a16="http://schemas.microsoft.com/office/drawing/2014/main" id="{A800173C-E9B8-5EA5-3BB0-DB80BC78A919}"/>
              </a:ext>
            </a:extLst>
          </p:cNvPr>
          <p:cNvCxnSpPr>
            <a:cxnSpLocks/>
          </p:cNvCxnSpPr>
          <p:nvPr/>
        </p:nvCxnSpPr>
        <p:spPr>
          <a:xfrm flipV="1">
            <a:off x="1693932" y="6213423"/>
            <a:ext cx="0" cy="254833"/>
          </a:xfrm>
          <a:prstGeom prst="straightConnector1">
            <a:avLst/>
          </a:prstGeom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4" name="Gerade Verbindung mit Pfeil 123">
            <a:extLst>
              <a:ext uri="{FF2B5EF4-FFF2-40B4-BE49-F238E27FC236}">
                <a16:creationId xmlns:a16="http://schemas.microsoft.com/office/drawing/2014/main" id="{B3B70CD7-4BD1-12C7-1254-0A803627D823}"/>
              </a:ext>
            </a:extLst>
          </p:cNvPr>
          <p:cNvCxnSpPr>
            <a:cxnSpLocks/>
          </p:cNvCxnSpPr>
          <p:nvPr/>
        </p:nvCxnSpPr>
        <p:spPr>
          <a:xfrm flipV="1">
            <a:off x="2110079" y="6213423"/>
            <a:ext cx="0" cy="254833"/>
          </a:xfrm>
          <a:prstGeom prst="straightConnector1">
            <a:avLst/>
          </a:prstGeom>
          <a:ln w="38100" cap="flat" cmpd="sng" algn="ctr">
            <a:solidFill>
              <a:srgbClr val="00B0F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125" name="Gruppieren 124">
            <a:extLst>
              <a:ext uri="{FF2B5EF4-FFF2-40B4-BE49-F238E27FC236}">
                <a16:creationId xmlns:a16="http://schemas.microsoft.com/office/drawing/2014/main" id="{01A5C239-EC9D-9C31-B373-4D37315C23A3}"/>
              </a:ext>
            </a:extLst>
          </p:cNvPr>
          <p:cNvGrpSpPr/>
          <p:nvPr/>
        </p:nvGrpSpPr>
        <p:grpSpPr>
          <a:xfrm>
            <a:off x="3723958" y="4851302"/>
            <a:ext cx="2189088" cy="1223450"/>
            <a:chOff x="672353" y="2826924"/>
            <a:chExt cx="2328424" cy="1301324"/>
          </a:xfrm>
        </p:grpSpPr>
        <p:sp>
          <p:nvSpPr>
            <p:cNvPr id="126" name="Rechteck 125">
              <a:extLst>
                <a:ext uri="{FF2B5EF4-FFF2-40B4-BE49-F238E27FC236}">
                  <a16:creationId xmlns:a16="http://schemas.microsoft.com/office/drawing/2014/main" id="{4C4159CA-5B78-1AFB-0F0D-E9A184529D60}"/>
                </a:ext>
              </a:extLst>
            </p:cNvPr>
            <p:cNvSpPr/>
            <p:nvPr/>
          </p:nvSpPr>
          <p:spPr>
            <a:xfrm>
              <a:off x="1424958" y="3032980"/>
              <a:ext cx="260971" cy="1095268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cxnSp>
          <p:nvCxnSpPr>
            <p:cNvPr id="127" name="Gerader Verbinder 126">
              <a:extLst>
                <a:ext uri="{FF2B5EF4-FFF2-40B4-BE49-F238E27FC236}">
                  <a16:creationId xmlns:a16="http://schemas.microsoft.com/office/drawing/2014/main" id="{EE304D95-AD08-612F-1543-5A31156BE861}"/>
                </a:ext>
              </a:extLst>
            </p:cNvPr>
            <p:cNvCxnSpPr>
              <a:cxnSpLocks/>
            </p:cNvCxnSpPr>
            <p:nvPr/>
          </p:nvCxnSpPr>
          <p:spPr>
            <a:xfrm>
              <a:off x="672353" y="4128247"/>
              <a:ext cx="2328424" cy="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8" name="Rechteck 127">
              <a:extLst>
                <a:ext uri="{FF2B5EF4-FFF2-40B4-BE49-F238E27FC236}">
                  <a16:creationId xmlns:a16="http://schemas.microsoft.com/office/drawing/2014/main" id="{48EFE5DC-EF68-8990-9AB0-3B33D8C24DE1}"/>
                </a:ext>
              </a:extLst>
            </p:cNvPr>
            <p:cNvSpPr/>
            <p:nvPr/>
          </p:nvSpPr>
          <p:spPr>
            <a:xfrm>
              <a:off x="996326" y="3599648"/>
              <a:ext cx="260971" cy="528599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9" name="Rechteck 128">
              <a:extLst>
                <a:ext uri="{FF2B5EF4-FFF2-40B4-BE49-F238E27FC236}">
                  <a16:creationId xmlns:a16="http://schemas.microsoft.com/office/drawing/2014/main" id="{E497F545-61DA-4E48-7559-82400332ADE1}"/>
                </a:ext>
              </a:extLst>
            </p:cNvPr>
            <p:cNvSpPr/>
            <p:nvPr/>
          </p:nvSpPr>
          <p:spPr>
            <a:xfrm>
              <a:off x="1905245" y="2826924"/>
              <a:ext cx="260971" cy="1301324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0" name="Rechteck 129">
              <a:extLst>
                <a:ext uri="{FF2B5EF4-FFF2-40B4-BE49-F238E27FC236}">
                  <a16:creationId xmlns:a16="http://schemas.microsoft.com/office/drawing/2014/main" id="{4642C7EB-ADF6-8289-9AEA-D57C05FB41A4}"/>
                </a:ext>
              </a:extLst>
            </p:cNvPr>
            <p:cNvSpPr/>
            <p:nvPr/>
          </p:nvSpPr>
          <p:spPr>
            <a:xfrm>
              <a:off x="2371766" y="3219718"/>
              <a:ext cx="260971" cy="908529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cxnSp>
        <p:nvCxnSpPr>
          <p:cNvPr id="131" name="Gerade Verbindung mit Pfeil 130">
            <a:extLst>
              <a:ext uri="{FF2B5EF4-FFF2-40B4-BE49-F238E27FC236}">
                <a16:creationId xmlns:a16="http://schemas.microsoft.com/office/drawing/2014/main" id="{DB487732-638A-B68C-D7FE-E0FB98258742}"/>
              </a:ext>
            </a:extLst>
          </p:cNvPr>
          <p:cNvCxnSpPr>
            <a:cxnSpLocks/>
          </p:cNvCxnSpPr>
          <p:nvPr/>
        </p:nvCxnSpPr>
        <p:spPr>
          <a:xfrm flipV="1">
            <a:off x="4554231" y="6213423"/>
            <a:ext cx="0" cy="254833"/>
          </a:xfrm>
          <a:prstGeom prst="straightConnector1">
            <a:avLst/>
          </a:prstGeom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2" name="Gerade Verbindung mit Pfeil 131">
            <a:extLst>
              <a:ext uri="{FF2B5EF4-FFF2-40B4-BE49-F238E27FC236}">
                <a16:creationId xmlns:a16="http://schemas.microsoft.com/office/drawing/2014/main" id="{857C3C45-D8A3-98A5-BF9E-3393216C7233}"/>
              </a:ext>
            </a:extLst>
          </p:cNvPr>
          <p:cNvCxnSpPr>
            <a:cxnSpLocks/>
          </p:cNvCxnSpPr>
          <p:nvPr/>
        </p:nvCxnSpPr>
        <p:spPr>
          <a:xfrm flipV="1">
            <a:off x="5491361" y="6213423"/>
            <a:ext cx="0" cy="254833"/>
          </a:xfrm>
          <a:prstGeom prst="straightConnector1">
            <a:avLst/>
          </a:prstGeom>
          <a:ln w="38100" cap="flat" cmpd="sng" algn="ctr">
            <a:solidFill>
              <a:srgbClr val="00B0F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133" name="Gruppieren 132">
            <a:extLst>
              <a:ext uri="{FF2B5EF4-FFF2-40B4-BE49-F238E27FC236}">
                <a16:creationId xmlns:a16="http://schemas.microsoft.com/office/drawing/2014/main" id="{D70B33F6-9949-C547-AA37-651CC2B0432B}"/>
              </a:ext>
            </a:extLst>
          </p:cNvPr>
          <p:cNvGrpSpPr/>
          <p:nvPr/>
        </p:nvGrpSpPr>
        <p:grpSpPr>
          <a:xfrm>
            <a:off x="6563617" y="4851302"/>
            <a:ext cx="2189088" cy="1223450"/>
            <a:chOff x="672353" y="2826924"/>
            <a:chExt cx="2328424" cy="1301324"/>
          </a:xfrm>
        </p:grpSpPr>
        <p:sp>
          <p:nvSpPr>
            <p:cNvPr id="134" name="Rechteck 133">
              <a:extLst>
                <a:ext uri="{FF2B5EF4-FFF2-40B4-BE49-F238E27FC236}">
                  <a16:creationId xmlns:a16="http://schemas.microsoft.com/office/drawing/2014/main" id="{7ECC95DD-BF16-647E-315A-36DE9BBB38A8}"/>
                </a:ext>
              </a:extLst>
            </p:cNvPr>
            <p:cNvSpPr/>
            <p:nvPr/>
          </p:nvSpPr>
          <p:spPr>
            <a:xfrm>
              <a:off x="2371766" y="3032980"/>
              <a:ext cx="260971" cy="1095268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cxnSp>
          <p:nvCxnSpPr>
            <p:cNvPr id="135" name="Gerader Verbinder 134">
              <a:extLst>
                <a:ext uri="{FF2B5EF4-FFF2-40B4-BE49-F238E27FC236}">
                  <a16:creationId xmlns:a16="http://schemas.microsoft.com/office/drawing/2014/main" id="{765D797C-F214-7464-C987-8B3A4D4D55B7}"/>
                </a:ext>
              </a:extLst>
            </p:cNvPr>
            <p:cNvCxnSpPr>
              <a:cxnSpLocks/>
            </p:cNvCxnSpPr>
            <p:nvPr/>
          </p:nvCxnSpPr>
          <p:spPr>
            <a:xfrm>
              <a:off x="672353" y="4128247"/>
              <a:ext cx="2328424" cy="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36" name="Rechteck 135">
              <a:extLst>
                <a:ext uri="{FF2B5EF4-FFF2-40B4-BE49-F238E27FC236}">
                  <a16:creationId xmlns:a16="http://schemas.microsoft.com/office/drawing/2014/main" id="{B5D1CB0A-4692-9601-3673-B464504EF180}"/>
                </a:ext>
              </a:extLst>
            </p:cNvPr>
            <p:cNvSpPr/>
            <p:nvPr/>
          </p:nvSpPr>
          <p:spPr>
            <a:xfrm>
              <a:off x="996326" y="3599648"/>
              <a:ext cx="260971" cy="528599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7" name="Rechteck 136">
              <a:extLst>
                <a:ext uri="{FF2B5EF4-FFF2-40B4-BE49-F238E27FC236}">
                  <a16:creationId xmlns:a16="http://schemas.microsoft.com/office/drawing/2014/main" id="{9458200B-FC0D-95EA-80E5-63E7D8C39BF4}"/>
                </a:ext>
              </a:extLst>
            </p:cNvPr>
            <p:cNvSpPr/>
            <p:nvPr/>
          </p:nvSpPr>
          <p:spPr>
            <a:xfrm>
              <a:off x="1905245" y="2826924"/>
              <a:ext cx="260971" cy="1301324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8" name="Rechteck 137">
              <a:extLst>
                <a:ext uri="{FF2B5EF4-FFF2-40B4-BE49-F238E27FC236}">
                  <a16:creationId xmlns:a16="http://schemas.microsoft.com/office/drawing/2014/main" id="{ABC3530B-1A43-F6EB-0DB1-278F3E5B2C37}"/>
                </a:ext>
              </a:extLst>
            </p:cNvPr>
            <p:cNvSpPr/>
            <p:nvPr/>
          </p:nvSpPr>
          <p:spPr>
            <a:xfrm>
              <a:off x="1429027" y="3219718"/>
              <a:ext cx="260971" cy="908529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</p:grpSp>
      <p:cxnSp>
        <p:nvCxnSpPr>
          <p:cNvPr id="139" name="Gerade Verbindung mit Pfeil 138">
            <a:extLst>
              <a:ext uri="{FF2B5EF4-FFF2-40B4-BE49-F238E27FC236}">
                <a16:creationId xmlns:a16="http://schemas.microsoft.com/office/drawing/2014/main" id="{C5D6F434-E3BA-B7D9-D7C1-3DCF877516B6}"/>
              </a:ext>
            </a:extLst>
          </p:cNvPr>
          <p:cNvCxnSpPr>
            <a:cxnSpLocks/>
          </p:cNvCxnSpPr>
          <p:nvPr/>
        </p:nvCxnSpPr>
        <p:spPr>
          <a:xfrm flipV="1">
            <a:off x="7873417" y="6213422"/>
            <a:ext cx="0" cy="254833"/>
          </a:xfrm>
          <a:prstGeom prst="straightConnector1">
            <a:avLst/>
          </a:prstGeom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0" name="Gerade Verbindung mit Pfeil 139">
            <a:extLst>
              <a:ext uri="{FF2B5EF4-FFF2-40B4-BE49-F238E27FC236}">
                <a16:creationId xmlns:a16="http://schemas.microsoft.com/office/drawing/2014/main" id="{DE4D81E0-679E-9E34-30DB-9DAF3CDA2B58}"/>
              </a:ext>
            </a:extLst>
          </p:cNvPr>
          <p:cNvCxnSpPr>
            <a:cxnSpLocks/>
          </p:cNvCxnSpPr>
          <p:nvPr/>
        </p:nvCxnSpPr>
        <p:spPr>
          <a:xfrm flipV="1">
            <a:off x="8289564" y="6213422"/>
            <a:ext cx="0" cy="254833"/>
          </a:xfrm>
          <a:prstGeom prst="straightConnector1">
            <a:avLst/>
          </a:prstGeom>
          <a:ln w="38100" cap="flat" cmpd="sng" algn="ctr">
            <a:solidFill>
              <a:srgbClr val="00B0F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41" name="Textfeld 140">
            <a:extLst>
              <a:ext uri="{FF2B5EF4-FFF2-40B4-BE49-F238E27FC236}">
                <a16:creationId xmlns:a16="http://schemas.microsoft.com/office/drawing/2014/main" id="{62CE8475-4BA2-D640-677F-AF86E9FCFA3E}"/>
              </a:ext>
            </a:extLst>
          </p:cNvPr>
          <p:cNvSpPr txBox="1"/>
          <p:nvPr/>
        </p:nvSpPr>
        <p:spPr>
          <a:xfrm>
            <a:off x="8902286" y="5255595"/>
            <a:ext cx="369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8.</a:t>
            </a:r>
          </a:p>
        </p:txBody>
      </p:sp>
      <p:grpSp>
        <p:nvGrpSpPr>
          <p:cNvPr id="142" name="Gruppieren 141">
            <a:extLst>
              <a:ext uri="{FF2B5EF4-FFF2-40B4-BE49-F238E27FC236}">
                <a16:creationId xmlns:a16="http://schemas.microsoft.com/office/drawing/2014/main" id="{58D38429-1552-802D-878C-85937E39809B}"/>
              </a:ext>
            </a:extLst>
          </p:cNvPr>
          <p:cNvGrpSpPr/>
          <p:nvPr/>
        </p:nvGrpSpPr>
        <p:grpSpPr>
          <a:xfrm>
            <a:off x="9215959" y="4851302"/>
            <a:ext cx="2189088" cy="1223450"/>
            <a:chOff x="672353" y="2826924"/>
            <a:chExt cx="2328424" cy="1301324"/>
          </a:xfrm>
        </p:grpSpPr>
        <p:sp>
          <p:nvSpPr>
            <p:cNvPr id="143" name="Rechteck 142">
              <a:extLst>
                <a:ext uri="{FF2B5EF4-FFF2-40B4-BE49-F238E27FC236}">
                  <a16:creationId xmlns:a16="http://schemas.microsoft.com/office/drawing/2014/main" id="{C65A6CBC-8815-FA88-708C-45111277A0C7}"/>
                </a:ext>
              </a:extLst>
            </p:cNvPr>
            <p:cNvSpPr/>
            <p:nvPr/>
          </p:nvSpPr>
          <p:spPr>
            <a:xfrm>
              <a:off x="1901923" y="3032980"/>
              <a:ext cx="260971" cy="1095268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cxnSp>
          <p:nvCxnSpPr>
            <p:cNvPr id="144" name="Gerader Verbinder 143">
              <a:extLst>
                <a:ext uri="{FF2B5EF4-FFF2-40B4-BE49-F238E27FC236}">
                  <a16:creationId xmlns:a16="http://schemas.microsoft.com/office/drawing/2014/main" id="{46AEA118-BAF7-FD17-8E4A-1C0C3F6DED4A}"/>
                </a:ext>
              </a:extLst>
            </p:cNvPr>
            <p:cNvCxnSpPr>
              <a:cxnSpLocks/>
            </p:cNvCxnSpPr>
            <p:nvPr/>
          </p:nvCxnSpPr>
          <p:spPr>
            <a:xfrm>
              <a:off x="672353" y="4128247"/>
              <a:ext cx="2328424" cy="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45" name="Rechteck 144">
              <a:extLst>
                <a:ext uri="{FF2B5EF4-FFF2-40B4-BE49-F238E27FC236}">
                  <a16:creationId xmlns:a16="http://schemas.microsoft.com/office/drawing/2014/main" id="{E194E9A9-6D95-F19C-F6F5-6160E1ED63D5}"/>
                </a:ext>
              </a:extLst>
            </p:cNvPr>
            <p:cNvSpPr/>
            <p:nvPr/>
          </p:nvSpPr>
          <p:spPr>
            <a:xfrm>
              <a:off x="996326" y="3599648"/>
              <a:ext cx="260971" cy="528599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46" name="Rechteck 145">
              <a:extLst>
                <a:ext uri="{FF2B5EF4-FFF2-40B4-BE49-F238E27FC236}">
                  <a16:creationId xmlns:a16="http://schemas.microsoft.com/office/drawing/2014/main" id="{2D09F85B-23E4-3BB5-3ED0-39CA4896E22D}"/>
                </a:ext>
              </a:extLst>
            </p:cNvPr>
            <p:cNvSpPr/>
            <p:nvPr/>
          </p:nvSpPr>
          <p:spPr>
            <a:xfrm>
              <a:off x="2348669" y="2826924"/>
              <a:ext cx="260971" cy="1301324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47" name="Rechteck 146">
              <a:extLst>
                <a:ext uri="{FF2B5EF4-FFF2-40B4-BE49-F238E27FC236}">
                  <a16:creationId xmlns:a16="http://schemas.microsoft.com/office/drawing/2014/main" id="{D57A0E40-DC8E-3D9E-E03D-F4D22C871F53}"/>
                </a:ext>
              </a:extLst>
            </p:cNvPr>
            <p:cNvSpPr/>
            <p:nvPr/>
          </p:nvSpPr>
          <p:spPr>
            <a:xfrm>
              <a:off x="1429027" y="3219718"/>
              <a:ext cx="260971" cy="908529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</p:grpSp>
      <p:grpSp>
        <p:nvGrpSpPr>
          <p:cNvPr id="31" name="Gruppieren 30">
            <a:extLst>
              <a:ext uri="{FF2B5EF4-FFF2-40B4-BE49-F238E27FC236}">
                <a16:creationId xmlns:a16="http://schemas.microsoft.com/office/drawing/2014/main" id="{7F25C889-2914-86D0-5AB0-3401EC51B78C}"/>
              </a:ext>
            </a:extLst>
          </p:cNvPr>
          <p:cNvGrpSpPr/>
          <p:nvPr/>
        </p:nvGrpSpPr>
        <p:grpSpPr>
          <a:xfrm>
            <a:off x="9277406" y="2915585"/>
            <a:ext cx="2189088" cy="1223450"/>
            <a:chOff x="672353" y="2826924"/>
            <a:chExt cx="2328424" cy="1301324"/>
          </a:xfrm>
        </p:grpSpPr>
        <p:sp>
          <p:nvSpPr>
            <p:cNvPr id="35" name="Rechteck 34">
              <a:extLst>
                <a:ext uri="{FF2B5EF4-FFF2-40B4-BE49-F238E27FC236}">
                  <a16:creationId xmlns:a16="http://schemas.microsoft.com/office/drawing/2014/main" id="{92CB0FC5-8B2D-D09A-BA16-FE193DC324DC}"/>
                </a:ext>
              </a:extLst>
            </p:cNvPr>
            <p:cNvSpPr/>
            <p:nvPr/>
          </p:nvSpPr>
          <p:spPr>
            <a:xfrm>
              <a:off x="996327" y="3032980"/>
              <a:ext cx="260971" cy="1095268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36" name="Gerader Verbinder 35">
              <a:extLst>
                <a:ext uri="{FF2B5EF4-FFF2-40B4-BE49-F238E27FC236}">
                  <a16:creationId xmlns:a16="http://schemas.microsoft.com/office/drawing/2014/main" id="{854184F8-91E3-B06A-59E6-B01DDF003BD0}"/>
                </a:ext>
              </a:extLst>
            </p:cNvPr>
            <p:cNvCxnSpPr>
              <a:cxnSpLocks/>
            </p:cNvCxnSpPr>
            <p:nvPr/>
          </p:nvCxnSpPr>
          <p:spPr>
            <a:xfrm>
              <a:off x="672353" y="4128247"/>
              <a:ext cx="2328424" cy="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7" name="Rechteck 36">
              <a:extLst>
                <a:ext uri="{FF2B5EF4-FFF2-40B4-BE49-F238E27FC236}">
                  <a16:creationId xmlns:a16="http://schemas.microsoft.com/office/drawing/2014/main" id="{A4FE0185-855C-58D0-6C18-06BBF0538C44}"/>
                </a:ext>
              </a:extLst>
            </p:cNvPr>
            <p:cNvSpPr/>
            <p:nvPr/>
          </p:nvSpPr>
          <p:spPr>
            <a:xfrm>
              <a:off x="1450786" y="3599648"/>
              <a:ext cx="260971" cy="528599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38" name="Rechteck 37">
              <a:extLst>
                <a:ext uri="{FF2B5EF4-FFF2-40B4-BE49-F238E27FC236}">
                  <a16:creationId xmlns:a16="http://schemas.microsoft.com/office/drawing/2014/main" id="{C591CDFE-3CC5-BEE5-8A7E-27197E33367F}"/>
                </a:ext>
              </a:extLst>
            </p:cNvPr>
            <p:cNvSpPr/>
            <p:nvPr/>
          </p:nvSpPr>
          <p:spPr>
            <a:xfrm>
              <a:off x="1905245" y="2826924"/>
              <a:ext cx="260971" cy="1301324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9" name="Rechteck 38">
              <a:extLst>
                <a:ext uri="{FF2B5EF4-FFF2-40B4-BE49-F238E27FC236}">
                  <a16:creationId xmlns:a16="http://schemas.microsoft.com/office/drawing/2014/main" id="{BEEC3109-1D46-275B-140B-1B96BD634328}"/>
                </a:ext>
              </a:extLst>
            </p:cNvPr>
            <p:cNvSpPr/>
            <p:nvPr/>
          </p:nvSpPr>
          <p:spPr>
            <a:xfrm>
              <a:off x="2371766" y="3219718"/>
              <a:ext cx="260971" cy="908529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40" name="Textfeld 39">
            <a:extLst>
              <a:ext uri="{FF2B5EF4-FFF2-40B4-BE49-F238E27FC236}">
                <a16:creationId xmlns:a16="http://schemas.microsoft.com/office/drawing/2014/main" id="{3DBA0350-EFC8-B4E6-0A52-8BE01E3849B5}"/>
              </a:ext>
            </a:extLst>
          </p:cNvPr>
          <p:cNvSpPr txBox="1"/>
          <p:nvPr/>
        </p:nvSpPr>
        <p:spPr>
          <a:xfrm>
            <a:off x="8938751" y="3467298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4.</a:t>
            </a:r>
          </a:p>
        </p:txBody>
      </p:sp>
      <p:grpSp>
        <p:nvGrpSpPr>
          <p:cNvPr id="44" name="Gruppieren 43">
            <a:extLst>
              <a:ext uri="{FF2B5EF4-FFF2-40B4-BE49-F238E27FC236}">
                <a16:creationId xmlns:a16="http://schemas.microsoft.com/office/drawing/2014/main" id="{7D0042ED-B3A6-90FB-B0A4-DAE8522E691F}"/>
              </a:ext>
            </a:extLst>
          </p:cNvPr>
          <p:cNvGrpSpPr/>
          <p:nvPr/>
        </p:nvGrpSpPr>
        <p:grpSpPr>
          <a:xfrm rot="21295890">
            <a:off x="9651503" y="4117123"/>
            <a:ext cx="571034" cy="494620"/>
            <a:chOff x="6667341" y="2792575"/>
            <a:chExt cx="1069200" cy="926123"/>
          </a:xfrm>
        </p:grpSpPr>
        <p:pic>
          <p:nvPicPr>
            <p:cNvPr id="45" name="Grafik 44" descr="Pfeil mit einer Linie: Nach rechts drehen mit einfarbiger Füllung">
              <a:extLst>
                <a:ext uri="{FF2B5EF4-FFF2-40B4-BE49-F238E27FC236}">
                  <a16:creationId xmlns:a16="http://schemas.microsoft.com/office/drawing/2014/main" id="{EAF1E505-9CBA-7C08-0B1F-6DA872D8D0A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2483148">
              <a:off x="6667341" y="2792575"/>
              <a:ext cx="914400" cy="914400"/>
            </a:xfrm>
            <a:prstGeom prst="rect">
              <a:avLst/>
            </a:prstGeom>
          </p:spPr>
        </p:pic>
        <p:pic>
          <p:nvPicPr>
            <p:cNvPr id="46" name="Grafik 45" descr="Pfeil mit einer Linie: Nach rechts drehen mit einfarbiger Füllung">
              <a:extLst>
                <a:ext uri="{FF2B5EF4-FFF2-40B4-BE49-F238E27FC236}">
                  <a16:creationId xmlns:a16="http://schemas.microsoft.com/office/drawing/2014/main" id="{D2490BFF-2E96-2287-8582-F4927352AF2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9791963" flipH="1">
              <a:off x="6822141" y="2804298"/>
              <a:ext cx="914400" cy="914400"/>
            </a:xfrm>
            <a:prstGeom prst="rect">
              <a:avLst/>
            </a:prstGeom>
          </p:spPr>
        </p:pic>
      </p:grpSp>
      <p:sp>
        <p:nvSpPr>
          <p:cNvPr id="47" name="Textfeld 46">
            <a:extLst>
              <a:ext uri="{FF2B5EF4-FFF2-40B4-BE49-F238E27FC236}">
                <a16:creationId xmlns:a16="http://schemas.microsoft.com/office/drawing/2014/main" id="{CF96CF1F-66F1-ED05-166C-5E3F9D24F465}"/>
              </a:ext>
            </a:extLst>
          </p:cNvPr>
          <p:cNvSpPr txBox="1"/>
          <p:nvPr/>
        </p:nvSpPr>
        <p:spPr>
          <a:xfrm>
            <a:off x="8291487" y="683214"/>
            <a:ext cx="2990049" cy="128721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de-DE" dirty="0"/>
              <a:t>Erster nicht sortierter Wert</a:t>
            </a:r>
          </a:p>
          <a:p>
            <a:pPr>
              <a:lnSpc>
                <a:spcPct val="150000"/>
              </a:lnSpc>
            </a:pPr>
            <a:r>
              <a:rPr lang="de-DE" dirty="0"/>
              <a:t>Hier sind wir gerade</a:t>
            </a:r>
          </a:p>
          <a:p>
            <a:pPr>
              <a:lnSpc>
                <a:spcPct val="150000"/>
              </a:lnSpc>
            </a:pPr>
            <a:r>
              <a:rPr lang="de-DE" dirty="0"/>
              <a:t>Kleinster gefundener Wert</a:t>
            </a:r>
          </a:p>
        </p:txBody>
      </p:sp>
      <p:cxnSp>
        <p:nvCxnSpPr>
          <p:cNvPr id="48" name="Gerade Verbindung mit Pfeil 47">
            <a:extLst>
              <a:ext uri="{FF2B5EF4-FFF2-40B4-BE49-F238E27FC236}">
                <a16:creationId xmlns:a16="http://schemas.microsoft.com/office/drawing/2014/main" id="{FBF18E4D-92CC-AA66-64F6-3A0B9381EF09}"/>
              </a:ext>
            </a:extLst>
          </p:cNvPr>
          <p:cNvCxnSpPr>
            <a:cxnSpLocks/>
          </p:cNvCxnSpPr>
          <p:nvPr/>
        </p:nvCxnSpPr>
        <p:spPr>
          <a:xfrm flipV="1">
            <a:off x="8131357" y="798967"/>
            <a:ext cx="0" cy="254833"/>
          </a:xfrm>
          <a:prstGeom prst="straightConnector1">
            <a:avLst/>
          </a:prstGeom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9" name="Gerade Verbindung mit Pfeil 48">
            <a:extLst>
              <a:ext uri="{FF2B5EF4-FFF2-40B4-BE49-F238E27FC236}">
                <a16:creationId xmlns:a16="http://schemas.microsoft.com/office/drawing/2014/main" id="{DA18A739-97C1-C9E1-E97B-829A78E00224}"/>
              </a:ext>
            </a:extLst>
          </p:cNvPr>
          <p:cNvCxnSpPr>
            <a:cxnSpLocks/>
          </p:cNvCxnSpPr>
          <p:nvPr/>
        </p:nvCxnSpPr>
        <p:spPr>
          <a:xfrm flipV="1">
            <a:off x="8131357" y="1215827"/>
            <a:ext cx="0" cy="254833"/>
          </a:xfrm>
          <a:prstGeom prst="straightConnector1">
            <a:avLst/>
          </a:prstGeom>
          <a:ln w="38100" cap="flat" cmpd="sng" algn="ctr">
            <a:solidFill>
              <a:srgbClr val="00B0F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1" name="Rechteck 50">
            <a:extLst>
              <a:ext uri="{FF2B5EF4-FFF2-40B4-BE49-F238E27FC236}">
                <a16:creationId xmlns:a16="http://schemas.microsoft.com/office/drawing/2014/main" id="{799E89E2-6507-3359-DA41-7F37963C6A46}"/>
              </a:ext>
            </a:extLst>
          </p:cNvPr>
          <p:cNvSpPr/>
          <p:nvPr/>
        </p:nvSpPr>
        <p:spPr>
          <a:xfrm>
            <a:off x="8008680" y="1659478"/>
            <a:ext cx="245354" cy="248484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52" name="Rechteck 51">
            <a:extLst>
              <a:ext uri="{FF2B5EF4-FFF2-40B4-BE49-F238E27FC236}">
                <a16:creationId xmlns:a16="http://schemas.microsoft.com/office/drawing/2014/main" id="{A25BAFF4-0C86-61BB-AC7C-8670776EA6D9}"/>
              </a:ext>
            </a:extLst>
          </p:cNvPr>
          <p:cNvSpPr/>
          <p:nvPr/>
        </p:nvSpPr>
        <p:spPr>
          <a:xfrm>
            <a:off x="7843767" y="340511"/>
            <a:ext cx="3884682" cy="1769036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de-DE" dirty="0">
                <a:solidFill>
                  <a:schemeClr val="accent2"/>
                </a:solidFill>
              </a:rPr>
              <a:t>Legende</a:t>
            </a:r>
          </a:p>
        </p:txBody>
      </p:sp>
    </p:spTree>
    <p:extLst>
      <p:ext uri="{BB962C8B-B14F-4D97-AF65-F5344CB8AC3E}">
        <p14:creationId xmlns:p14="http://schemas.microsoft.com/office/powerpoint/2010/main" val="1803289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9" grpId="0"/>
      <p:bldP spid="43" grpId="0"/>
      <p:bldP spid="50" grpId="0"/>
      <p:bldP spid="57" grpId="0"/>
      <p:bldP spid="88" grpId="0"/>
      <p:bldP spid="141" grpId="0"/>
      <p:bldP spid="4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24C506-CC29-7979-8B7C-6D4239B19D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1">
            <a:extLst>
              <a:ext uri="{FF2B5EF4-FFF2-40B4-BE49-F238E27FC236}">
                <a16:creationId xmlns:a16="http://schemas.microsoft.com/office/drawing/2014/main" id="{D88C4576-069D-8C54-2B0E-F3EE238D407D}"/>
              </a:ext>
            </a:extLst>
          </p:cNvPr>
          <p:cNvSpPr txBox="1"/>
          <p:nvPr/>
        </p:nvSpPr>
        <p:spPr>
          <a:xfrm>
            <a:off x="724971" y="568578"/>
            <a:ext cx="1056225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4000" b="1" dirty="0">
                <a:solidFill>
                  <a:schemeClr val="accent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Sortieralgorithmen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FFA2BD-9990-D8A1-EF25-D66D62E357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3951D1CB-0AC0-8FB9-5959-187DA2A997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0BD14EBA-D38D-1A59-3205-88FA45B34987}"/>
              </a:ext>
            </a:extLst>
          </p:cNvPr>
          <p:cNvSpPr txBox="1"/>
          <p:nvPr/>
        </p:nvSpPr>
        <p:spPr>
          <a:xfrm>
            <a:off x="724971" y="1453927"/>
            <a:ext cx="17772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 err="1">
                <a:latin typeface="Segoe UI" panose="020B0502040204020203" pitchFamily="34" charset="0"/>
                <a:cs typeface="Segoe UI" panose="020B0502040204020203" pitchFamily="34" charset="0"/>
                <a:sym typeface="Wingdings" panose="05000000000000000000" pitchFamily="2" charset="2"/>
              </a:rPr>
              <a:t>Bubblesort</a:t>
            </a:r>
            <a:endParaRPr lang="de-DE" sz="2400" b="1" dirty="0">
              <a:solidFill>
                <a:schemeClr val="accent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9974172E-F3E5-7B14-2DE4-3700A6D2A2AA}"/>
              </a:ext>
            </a:extLst>
          </p:cNvPr>
          <p:cNvSpPr txBox="1"/>
          <p:nvPr/>
        </p:nvSpPr>
        <p:spPr>
          <a:xfrm>
            <a:off x="724971" y="2104465"/>
            <a:ext cx="36182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immer das größte Element ans Ende </a:t>
            </a:r>
          </a:p>
        </p:txBody>
      </p: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0939E1C4-8210-36B7-26B9-FFF230EE8965}"/>
              </a:ext>
            </a:extLst>
          </p:cNvPr>
          <p:cNvGrpSpPr/>
          <p:nvPr/>
        </p:nvGrpSpPr>
        <p:grpSpPr>
          <a:xfrm>
            <a:off x="828288" y="2915586"/>
            <a:ext cx="2189088" cy="1223450"/>
            <a:chOff x="672353" y="2826924"/>
            <a:chExt cx="2328424" cy="1301324"/>
          </a:xfrm>
        </p:grpSpPr>
        <p:sp>
          <p:nvSpPr>
            <p:cNvPr id="12" name="Rechteck 11">
              <a:extLst>
                <a:ext uri="{FF2B5EF4-FFF2-40B4-BE49-F238E27FC236}">
                  <a16:creationId xmlns:a16="http://schemas.microsoft.com/office/drawing/2014/main" id="{CB2191EE-09E1-5BEE-6E91-360D9E31C424}"/>
                </a:ext>
              </a:extLst>
            </p:cNvPr>
            <p:cNvSpPr/>
            <p:nvPr/>
          </p:nvSpPr>
          <p:spPr>
            <a:xfrm>
              <a:off x="996327" y="3032980"/>
              <a:ext cx="260971" cy="1095268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15" name="Gerader Verbinder 14">
              <a:extLst>
                <a:ext uri="{FF2B5EF4-FFF2-40B4-BE49-F238E27FC236}">
                  <a16:creationId xmlns:a16="http://schemas.microsoft.com/office/drawing/2014/main" id="{AB212A33-6B16-A109-7282-14A5B5599A21}"/>
                </a:ext>
              </a:extLst>
            </p:cNvPr>
            <p:cNvCxnSpPr>
              <a:cxnSpLocks/>
            </p:cNvCxnSpPr>
            <p:nvPr/>
          </p:nvCxnSpPr>
          <p:spPr>
            <a:xfrm>
              <a:off x="672353" y="4128247"/>
              <a:ext cx="2328424" cy="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6" name="Rechteck 15">
              <a:extLst>
                <a:ext uri="{FF2B5EF4-FFF2-40B4-BE49-F238E27FC236}">
                  <a16:creationId xmlns:a16="http://schemas.microsoft.com/office/drawing/2014/main" id="{A1A59166-8B68-F406-73E7-3285C5405D09}"/>
                </a:ext>
              </a:extLst>
            </p:cNvPr>
            <p:cNvSpPr/>
            <p:nvPr/>
          </p:nvSpPr>
          <p:spPr>
            <a:xfrm>
              <a:off x="1450786" y="3599648"/>
              <a:ext cx="260971" cy="528599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7" name="Rechteck 16">
              <a:extLst>
                <a:ext uri="{FF2B5EF4-FFF2-40B4-BE49-F238E27FC236}">
                  <a16:creationId xmlns:a16="http://schemas.microsoft.com/office/drawing/2014/main" id="{E69B3455-940E-2936-34C9-4151DBDF73D0}"/>
                </a:ext>
              </a:extLst>
            </p:cNvPr>
            <p:cNvSpPr/>
            <p:nvPr/>
          </p:nvSpPr>
          <p:spPr>
            <a:xfrm>
              <a:off x="1905245" y="2826924"/>
              <a:ext cx="260971" cy="1301324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9" name="Rechteck 18">
              <a:extLst>
                <a:ext uri="{FF2B5EF4-FFF2-40B4-BE49-F238E27FC236}">
                  <a16:creationId xmlns:a16="http://schemas.microsoft.com/office/drawing/2014/main" id="{82286052-EE31-A54F-8C0F-62BB4D7811BD}"/>
                </a:ext>
              </a:extLst>
            </p:cNvPr>
            <p:cNvSpPr/>
            <p:nvPr/>
          </p:nvSpPr>
          <p:spPr>
            <a:xfrm>
              <a:off x="2371766" y="3219718"/>
              <a:ext cx="260971" cy="908529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22" name="Textfeld 21">
            <a:extLst>
              <a:ext uri="{FF2B5EF4-FFF2-40B4-BE49-F238E27FC236}">
                <a16:creationId xmlns:a16="http://schemas.microsoft.com/office/drawing/2014/main" id="{C4C2DF9E-13EE-D738-7A0F-73B180F2BC6E}"/>
              </a:ext>
            </a:extLst>
          </p:cNvPr>
          <p:cNvSpPr txBox="1"/>
          <p:nvPr/>
        </p:nvSpPr>
        <p:spPr>
          <a:xfrm>
            <a:off x="633847" y="3450558"/>
            <a:ext cx="313774" cy="3472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1.</a:t>
            </a:r>
          </a:p>
        </p:txBody>
      </p:sp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D9B5FE7F-7988-7654-E46A-B184A9C40528}"/>
              </a:ext>
            </a:extLst>
          </p:cNvPr>
          <p:cNvGrpSpPr/>
          <p:nvPr/>
        </p:nvGrpSpPr>
        <p:grpSpPr>
          <a:xfrm>
            <a:off x="3672645" y="2915586"/>
            <a:ext cx="2189088" cy="1223450"/>
            <a:chOff x="672353" y="2826924"/>
            <a:chExt cx="2328424" cy="1301324"/>
          </a:xfrm>
        </p:grpSpPr>
        <p:sp>
          <p:nvSpPr>
            <p:cNvPr id="24" name="Rechteck 23">
              <a:extLst>
                <a:ext uri="{FF2B5EF4-FFF2-40B4-BE49-F238E27FC236}">
                  <a16:creationId xmlns:a16="http://schemas.microsoft.com/office/drawing/2014/main" id="{787FF988-9589-C3D2-C50F-D2F858D6FEF4}"/>
                </a:ext>
              </a:extLst>
            </p:cNvPr>
            <p:cNvSpPr/>
            <p:nvPr/>
          </p:nvSpPr>
          <p:spPr>
            <a:xfrm>
              <a:off x="1424958" y="3032980"/>
              <a:ext cx="260971" cy="1095268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cxnSp>
          <p:nvCxnSpPr>
            <p:cNvPr id="25" name="Gerader Verbinder 24">
              <a:extLst>
                <a:ext uri="{FF2B5EF4-FFF2-40B4-BE49-F238E27FC236}">
                  <a16:creationId xmlns:a16="http://schemas.microsoft.com/office/drawing/2014/main" id="{A7705618-179A-0203-55B5-E95D21D54C9A}"/>
                </a:ext>
              </a:extLst>
            </p:cNvPr>
            <p:cNvCxnSpPr>
              <a:cxnSpLocks/>
            </p:cNvCxnSpPr>
            <p:nvPr/>
          </p:nvCxnSpPr>
          <p:spPr>
            <a:xfrm>
              <a:off x="672353" y="4128247"/>
              <a:ext cx="2328424" cy="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6" name="Rechteck 25">
              <a:extLst>
                <a:ext uri="{FF2B5EF4-FFF2-40B4-BE49-F238E27FC236}">
                  <a16:creationId xmlns:a16="http://schemas.microsoft.com/office/drawing/2014/main" id="{F266A2CB-360B-D3BA-21EB-EB1D63C4E38D}"/>
                </a:ext>
              </a:extLst>
            </p:cNvPr>
            <p:cNvSpPr/>
            <p:nvPr/>
          </p:nvSpPr>
          <p:spPr>
            <a:xfrm>
              <a:off x="996326" y="3599648"/>
              <a:ext cx="260971" cy="528599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7" name="Rechteck 26">
              <a:extLst>
                <a:ext uri="{FF2B5EF4-FFF2-40B4-BE49-F238E27FC236}">
                  <a16:creationId xmlns:a16="http://schemas.microsoft.com/office/drawing/2014/main" id="{0260205C-C319-D342-23E7-4A531C52D43D}"/>
                </a:ext>
              </a:extLst>
            </p:cNvPr>
            <p:cNvSpPr/>
            <p:nvPr/>
          </p:nvSpPr>
          <p:spPr>
            <a:xfrm>
              <a:off x="1905245" y="2826924"/>
              <a:ext cx="260971" cy="1301324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8" name="Rechteck 27">
              <a:extLst>
                <a:ext uri="{FF2B5EF4-FFF2-40B4-BE49-F238E27FC236}">
                  <a16:creationId xmlns:a16="http://schemas.microsoft.com/office/drawing/2014/main" id="{7C378AF0-0D70-89E8-B7F6-5FDCC04706A5}"/>
                </a:ext>
              </a:extLst>
            </p:cNvPr>
            <p:cNvSpPr/>
            <p:nvPr/>
          </p:nvSpPr>
          <p:spPr>
            <a:xfrm>
              <a:off x="2371766" y="3219718"/>
              <a:ext cx="260971" cy="908529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29" name="Textfeld 28">
            <a:extLst>
              <a:ext uri="{FF2B5EF4-FFF2-40B4-BE49-F238E27FC236}">
                <a16:creationId xmlns:a16="http://schemas.microsoft.com/office/drawing/2014/main" id="{C5E4C3F3-711A-9EE5-D7F1-FAC508A4F5EB}"/>
              </a:ext>
            </a:extLst>
          </p:cNvPr>
          <p:cNvSpPr txBox="1"/>
          <p:nvPr/>
        </p:nvSpPr>
        <p:spPr>
          <a:xfrm>
            <a:off x="3377028" y="3450558"/>
            <a:ext cx="346930" cy="3472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2.</a:t>
            </a:r>
          </a:p>
        </p:txBody>
      </p:sp>
      <p:grpSp>
        <p:nvGrpSpPr>
          <p:cNvPr id="91" name="Gruppieren 90">
            <a:extLst>
              <a:ext uri="{FF2B5EF4-FFF2-40B4-BE49-F238E27FC236}">
                <a16:creationId xmlns:a16="http://schemas.microsoft.com/office/drawing/2014/main" id="{54783F7F-9C45-FA2D-0FA0-C339F3357764}"/>
              </a:ext>
            </a:extLst>
          </p:cNvPr>
          <p:cNvGrpSpPr/>
          <p:nvPr/>
        </p:nvGrpSpPr>
        <p:grpSpPr>
          <a:xfrm>
            <a:off x="6517225" y="2910320"/>
            <a:ext cx="2189088" cy="1223450"/>
            <a:chOff x="672353" y="2826924"/>
            <a:chExt cx="2328424" cy="1301324"/>
          </a:xfrm>
        </p:grpSpPr>
        <p:sp>
          <p:nvSpPr>
            <p:cNvPr id="92" name="Rechteck 91">
              <a:extLst>
                <a:ext uri="{FF2B5EF4-FFF2-40B4-BE49-F238E27FC236}">
                  <a16:creationId xmlns:a16="http://schemas.microsoft.com/office/drawing/2014/main" id="{1632A2D2-6FCB-EE4B-C3E2-FDE01434C1C0}"/>
                </a:ext>
              </a:extLst>
            </p:cNvPr>
            <p:cNvSpPr/>
            <p:nvPr/>
          </p:nvSpPr>
          <p:spPr>
            <a:xfrm>
              <a:off x="1424958" y="3032980"/>
              <a:ext cx="260971" cy="1095268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cxnSp>
          <p:nvCxnSpPr>
            <p:cNvPr id="93" name="Gerader Verbinder 92">
              <a:extLst>
                <a:ext uri="{FF2B5EF4-FFF2-40B4-BE49-F238E27FC236}">
                  <a16:creationId xmlns:a16="http://schemas.microsoft.com/office/drawing/2014/main" id="{2EE345DD-F523-B64B-3D82-D52FB9755868}"/>
                </a:ext>
              </a:extLst>
            </p:cNvPr>
            <p:cNvCxnSpPr>
              <a:cxnSpLocks/>
            </p:cNvCxnSpPr>
            <p:nvPr/>
          </p:nvCxnSpPr>
          <p:spPr>
            <a:xfrm>
              <a:off x="672353" y="4128247"/>
              <a:ext cx="2328424" cy="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4" name="Rechteck 93">
              <a:extLst>
                <a:ext uri="{FF2B5EF4-FFF2-40B4-BE49-F238E27FC236}">
                  <a16:creationId xmlns:a16="http://schemas.microsoft.com/office/drawing/2014/main" id="{DB7569D9-052E-3EA4-F4BA-C480B405B775}"/>
                </a:ext>
              </a:extLst>
            </p:cNvPr>
            <p:cNvSpPr/>
            <p:nvPr/>
          </p:nvSpPr>
          <p:spPr>
            <a:xfrm>
              <a:off x="996326" y="3599648"/>
              <a:ext cx="260971" cy="528599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5" name="Rechteck 94">
              <a:extLst>
                <a:ext uri="{FF2B5EF4-FFF2-40B4-BE49-F238E27FC236}">
                  <a16:creationId xmlns:a16="http://schemas.microsoft.com/office/drawing/2014/main" id="{17BB0D84-A4EF-BE8C-5212-C9D4443BEFAD}"/>
                </a:ext>
              </a:extLst>
            </p:cNvPr>
            <p:cNvSpPr/>
            <p:nvPr/>
          </p:nvSpPr>
          <p:spPr>
            <a:xfrm>
              <a:off x="1905245" y="2826924"/>
              <a:ext cx="260971" cy="1301324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6" name="Rechteck 95">
              <a:extLst>
                <a:ext uri="{FF2B5EF4-FFF2-40B4-BE49-F238E27FC236}">
                  <a16:creationId xmlns:a16="http://schemas.microsoft.com/office/drawing/2014/main" id="{A22607DB-816D-BC57-D24E-71D4EF3566A1}"/>
                </a:ext>
              </a:extLst>
            </p:cNvPr>
            <p:cNvSpPr/>
            <p:nvPr/>
          </p:nvSpPr>
          <p:spPr>
            <a:xfrm>
              <a:off x="2371766" y="3219718"/>
              <a:ext cx="260971" cy="908529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36" name="Textfeld 35">
            <a:extLst>
              <a:ext uri="{FF2B5EF4-FFF2-40B4-BE49-F238E27FC236}">
                <a16:creationId xmlns:a16="http://schemas.microsoft.com/office/drawing/2014/main" id="{5D3BA5E5-9DC9-D58B-60D4-59D6CA6E8346}"/>
              </a:ext>
            </a:extLst>
          </p:cNvPr>
          <p:cNvSpPr txBox="1"/>
          <p:nvPr/>
        </p:nvSpPr>
        <p:spPr>
          <a:xfrm>
            <a:off x="6244008" y="3450559"/>
            <a:ext cx="346930" cy="3472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3.</a:t>
            </a:r>
          </a:p>
        </p:txBody>
      </p:sp>
      <p:grpSp>
        <p:nvGrpSpPr>
          <p:cNvPr id="37" name="Gruppieren 36">
            <a:extLst>
              <a:ext uri="{FF2B5EF4-FFF2-40B4-BE49-F238E27FC236}">
                <a16:creationId xmlns:a16="http://schemas.microsoft.com/office/drawing/2014/main" id="{59FE5696-CF91-5C35-3D2B-3B570B9D7AC4}"/>
              </a:ext>
            </a:extLst>
          </p:cNvPr>
          <p:cNvGrpSpPr/>
          <p:nvPr/>
        </p:nvGrpSpPr>
        <p:grpSpPr>
          <a:xfrm>
            <a:off x="885252" y="4709018"/>
            <a:ext cx="2189088" cy="1223450"/>
            <a:chOff x="672353" y="2826924"/>
            <a:chExt cx="2328424" cy="1301324"/>
          </a:xfrm>
        </p:grpSpPr>
        <p:sp>
          <p:nvSpPr>
            <p:cNvPr id="38" name="Rechteck 37">
              <a:extLst>
                <a:ext uri="{FF2B5EF4-FFF2-40B4-BE49-F238E27FC236}">
                  <a16:creationId xmlns:a16="http://schemas.microsoft.com/office/drawing/2014/main" id="{6D0EB126-10DE-CC1E-B6F3-EA2846ADAFC3}"/>
                </a:ext>
              </a:extLst>
            </p:cNvPr>
            <p:cNvSpPr/>
            <p:nvPr/>
          </p:nvSpPr>
          <p:spPr>
            <a:xfrm>
              <a:off x="1424958" y="3032980"/>
              <a:ext cx="260971" cy="1095268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cxnSp>
          <p:nvCxnSpPr>
            <p:cNvPr id="39" name="Gerader Verbinder 38">
              <a:extLst>
                <a:ext uri="{FF2B5EF4-FFF2-40B4-BE49-F238E27FC236}">
                  <a16:creationId xmlns:a16="http://schemas.microsoft.com/office/drawing/2014/main" id="{764D10F9-8386-49DE-36C1-3DE6F9C2F46C}"/>
                </a:ext>
              </a:extLst>
            </p:cNvPr>
            <p:cNvCxnSpPr>
              <a:cxnSpLocks/>
            </p:cNvCxnSpPr>
            <p:nvPr/>
          </p:nvCxnSpPr>
          <p:spPr>
            <a:xfrm>
              <a:off x="672353" y="4128247"/>
              <a:ext cx="2328424" cy="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0" name="Rechteck 39">
              <a:extLst>
                <a:ext uri="{FF2B5EF4-FFF2-40B4-BE49-F238E27FC236}">
                  <a16:creationId xmlns:a16="http://schemas.microsoft.com/office/drawing/2014/main" id="{73808B81-3FFD-5660-268C-22A46687A476}"/>
                </a:ext>
              </a:extLst>
            </p:cNvPr>
            <p:cNvSpPr/>
            <p:nvPr/>
          </p:nvSpPr>
          <p:spPr>
            <a:xfrm>
              <a:off x="996326" y="3599648"/>
              <a:ext cx="260971" cy="528599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1" name="Rechteck 40">
              <a:extLst>
                <a:ext uri="{FF2B5EF4-FFF2-40B4-BE49-F238E27FC236}">
                  <a16:creationId xmlns:a16="http://schemas.microsoft.com/office/drawing/2014/main" id="{75AB3F11-301C-7FD3-69E4-74D4F684D74D}"/>
                </a:ext>
              </a:extLst>
            </p:cNvPr>
            <p:cNvSpPr/>
            <p:nvPr/>
          </p:nvSpPr>
          <p:spPr>
            <a:xfrm>
              <a:off x="2371766" y="2826924"/>
              <a:ext cx="260971" cy="1301324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42" name="Rechteck 41">
              <a:extLst>
                <a:ext uri="{FF2B5EF4-FFF2-40B4-BE49-F238E27FC236}">
                  <a16:creationId xmlns:a16="http://schemas.microsoft.com/office/drawing/2014/main" id="{799AE250-D316-CCB2-52E9-F5F21793122B}"/>
                </a:ext>
              </a:extLst>
            </p:cNvPr>
            <p:cNvSpPr/>
            <p:nvPr/>
          </p:nvSpPr>
          <p:spPr>
            <a:xfrm>
              <a:off x="1897545" y="3219718"/>
              <a:ext cx="260971" cy="908529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43" name="Textfeld 42">
            <a:extLst>
              <a:ext uri="{FF2B5EF4-FFF2-40B4-BE49-F238E27FC236}">
                <a16:creationId xmlns:a16="http://schemas.microsoft.com/office/drawing/2014/main" id="{09E72688-4203-FE64-84A5-684E118BDA6C}"/>
              </a:ext>
            </a:extLst>
          </p:cNvPr>
          <p:cNvSpPr txBox="1"/>
          <p:nvPr/>
        </p:nvSpPr>
        <p:spPr>
          <a:xfrm>
            <a:off x="625072" y="5230457"/>
            <a:ext cx="369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5.</a:t>
            </a:r>
          </a:p>
        </p:txBody>
      </p:sp>
      <p:grpSp>
        <p:nvGrpSpPr>
          <p:cNvPr id="44" name="Gruppieren 43">
            <a:extLst>
              <a:ext uri="{FF2B5EF4-FFF2-40B4-BE49-F238E27FC236}">
                <a16:creationId xmlns:a16="http://schemas.microsoft.com/office/drawing/2014/main" id="{CB264053-C26E-97CB-D853-25B36DD35D56}"/>
              </a:ext>
            </a:extLst>
          </p:cNvPr>
          <p:cNvGrpSpPr/>
          <p:nvPr/>
        </p:nvGrpSpPr>
        <p:grpSpPr>
          <a:xfrm>
            <a:off x="3682282" y="4687124"/>
            <a:ext cx="2189088" cy="1223450"/>
            <a:chOff x="672353" y="2826924"/>
            <a:chExt cx="2328424" cy="1301324"/>
          </a:xfrm>
        </p:grpSpPr>
        <p:sp>
          <p:nvSpPr>
            <p:cNvPr id="45" name="Rechteck 44">
              <a:extLst>
                <a:ext uri="{FF2B5EF4-FFF2-40B4-BE49-F238E27FC236}">
                  <a16:creationId xmlns:a16="http://schemas.microsoft.com/office/drawing/2014/main" id="{4A1674FD-2CD1-D517-393C-EA387214DE3E}"/>
                </a:ext>
              </a:extLst>
            </p:cNvPr>
            <p:cNvSpPr/>
            <p:nvPr/>
          </p:nvSpPr>
          <p:spPr>
            <a:xfrm>
              <a:off x="1897545" y="3032980"/>
              <a:ext cx="260971" cy="1095268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cxnSp>
          <p:nvCxnSpPr>
            <p:cNvPr id="46" name="Gerader Verbinder 45">
              <a:extLst>
                <a:ext uri="{FF2B5EF4-FFF2-40B4-BE49-F238E27FC236}">
                  <a16:creationId xmlns:a16="http://schemas.microsoft.com/office/drawing/2014/main" id="{B602B1CC-810B-09F3-8B33-2A4B295A1928}"/>
                </a:ext>
              </a:extLst>
            </p:cNvPr>
            <p:cNvCxnSpPr>
              <a:cxnSpLocks/>
            </p:cNvCxnSpPr>
            <p:nvPr/>
          </p:nvCxnSpPr>
          <p:spPr>
            <a:xfrm>
              <a:off x="672353" y="4128247"/>
              <a:ext cx="2328424" cy="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7" name="Rechteck 46">
              <a:extLst>
                <a:ext uri="{FF2B5EF4-FFF2-40B4-BE49-F238E27FC236}">
                  <a16:creationId xmlns:a16="http://schemas.microsoft.com/office/drawing/2014/main" id="{354CCAD7-AE36-81E1-476B-861F72A1FACA}"/>
                </a:ext>
              </a:extLst>
            </p:cNvPr>
            <p:cNvSpPr/>
            <p:nvPr/>
          </p:nvSpPr>
          <p:spPr>
            <a:xfrm>
              <a:off x="996326" y="3599648"/>
              <a:ext cx="260971" cy="528599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8" name="Rechteck 47">
              <a:extLst>
                <a:ext uri="{FF2B5EF4-FFF2-40B4-BE49-F238E27FC236}">
                  <a16:creationId xmlns:a16="http://schemas.microsoft.com/office/drawing/2014/main" id="{77316C7F-59B9-D1AF-F029-CD96FF23F847}"/>
                </a:ext>
              </a:extLst>
            </p:cNvPr>
            <p:cNvSpPr/>
            <p:nvPr/>
          </p:nvSpPr>
          <p:spPr>
            <a:xfrm>
              <a:off x="2371766" y="2826924"/>
              <a:ext cx="260971" cy="1301324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49" name="Rechteck 48">
              <a:extLst>
                <a:ext uri="{FF2B5EF4-FFF2-40B4-BE49-F238E27FC236}">
                  <a16:creationId xmlns:a16="http://schemas.microsoft.com/office/drawing/2014/main" id="{44BD82C7-DD1A-DF7D-6145-E0DF2FAD115C}"/>
                </a:ext>
              </a:extLst>
            </p:cNvPr>
            <p:cNvSpPr/>
            <p:nvPr/>
          </p:nvSpPr>
          <p:spPr>
            <a:xfrm>
              <a:off x="1446919" y="3219718"/>
              <a:ext cx="260971" cy="908529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50" name="Textfeld 49">
            <a:extLst>
              <a:ext uri="{FF2B5EF4-FFF2-40B4-BE49-F238E27FC236}">
                <a16:creationId xmlns:a16="http://schemas.microsoft.com/office/drawing/2014/main" id="{F44E8512-CC00-151E-5D57-BC6B68179EAC}"/>
              </a:ext>
            </a:extLst>
          </p:cNvPr>
          <p:cNvSpPr txBox="1"/>
          <p:nvPr/>
        </p:nvSpPr>
        <p:spPr>
          <a:xfrm>
            <a:off x="3368854" y="5255595"/>
            <a:ext cx="369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6.</a:t>
            </a:r>
          </a:p>
        </p:txBody>
      </p:sp>
      <p:grpSp>
        <p:nvGrpSpPr>
          <p:cNvPr id="51" name="Gruppieren 50">
            <a:extLst>
              <a:ext uri="{FF2B5EF4-FFF2-40B4-BE49-F238E27FC236}">
                <a16:creationId xmlns:a16="http://schemas.microsoft.com/office/drawing/2014/main" id="{B7382401-B678-2378-74E9-016ABCD74D56}"/>
              </a:ext>
            </a:extLst>
          </p:cNvPr>
          <p:cNvGrpSpPr/>
          <p:nvPr/>
        </p:nvGrpSpPr>
        <p:grpSpPr>
          <a:xfrm>
            <a:off x="6563617" y="4702728"/>
            <a:ext cx="2189088" cy="1223450"/>
            <a:chOff x="672353" y="2826924"/>
            <a:chExt cx="2328424" cy="1301324"/>
          </a:xfrm>
        </p:grpSpPr>
        <p:sp>
          <p:nvSpPr>
            <p:cNvPr id="52" name="Rechteck 51">
              <a:extLst>
                <a:ext uri="{FF2B5EF4-FFF2-40B4-BE49-F238E27FC236}">
                  <a16:creationId xmlns:a16="http://schemas.microsoft.com/office/drawing/2014/main" id="{47584F18-0AE9-9D63-B01B-23540A4813AC}"/>
                </a:ext>
              </a:extLst>
            </p:cNvPr>
            <p:cNvSpPr/>
            <p:nvPr/>
          </p:nvSpPr>
          <p:spPr>
            <a:xfrm>
              <a:off x="1897545" y="3032980"/>
              <a:ext cx="260971" cy="1095268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cxnSp>
          <p:nvCxnSpPr>
            <p:cNvPr id="53" name="Gerader Verbinder 52">
              <a:extLst>
                <a:ext uri="{FF2B5EF4-FFF2-40B4-BE49-F238E27FC236}">
                  <a16:creationId xmlns:a16="http://schemas.microsoft.com/office/drawing/2014/main" id="{FDF2D5D3-995B-480C-E26D-9479675CCE2A}"/>
                </a:ext>
              </a:extLst>
            </p:cNvPr>
            <p:cNvCxnSpPr>
              <a:cxnSpLocks/>
            </p:cNvCxnSpPr>
            <p:nvPr/>
          </p:nvCxnSpPr>
          <p:spPr>
            <a:xfrm>
              <a:off x="672353" y="4128247"/>
              <a:ext cx="2328424" cy="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4" name="Rechteck 53">
              <a:extLst>
                <a:ext uri="{FF2B5EF4-FFF2-40B4-BE49-F238E27FC236}">
                  <a16:creationId xmlns:a16="http://schemas.microsoft.com/office/drawing/2014/main" id="{6E721341-122A-6022-D624-9F6033D009BD}"/>
                </a:ext>
              </a:extLst>
            </p:cNvPr>
            <p:cNvSpPr/>
            <p:nvPr/>
          </p:nvSpPr>
          <p:spPr>
            <a:xfrm>
              <a:off x="996326" y="3599648"/>
              <a:ext cx="260971" cy="528599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5" name="Rechteck 54">
              <a:extLst>
                <a:ext uri="{FF2B5EF4-FFF2-40B4-BE49-F238E27FC236}">
                  <a16:creationId xmlns:a16="http://schemas.microsoft.com/office/drawing/2014/main" id="{36E39C67-7B65-DC37-4F8F-1E2CD996CE77}"/>
                </a:ext>
              </a:extLst>
            </p:cNvPr>
            <p:cNvSpPr/>
            <p:nvPr/>
          </p:nvSpPr>
          <p:spPr>
            <a:xfrm>
              <a:off x="2371766" y="2826924"/>
              <a:ext cx="260971" cy="1301324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6" name="Rechteck 55">
              <a:extLst>
                <a:ext uri="{FF2B5EF4-FFF2-40B4-BE49-F238E27FC236}">
                  <a16:creationId xmlns:a16="http://schemas.microsoft.com/office/drawing/2014/main" id="{8666C171-EC92-7AC8-8DDC-F111905BB040}"/>
                </a:ext>
              </a:extLst>
            </p:cNvPr>
            <p:cNvSpPr/>
            <p:nvPr/>
          </p:nvSpPr>
          <p:spPr>
            <a:xfrm>
              <a:off x="1443834" y="3219718"/>
              <a:ext cx="260971" cy="908529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57" name="Textfeld 56">
            <a:extLst>
              <a:ext uri="{FF2B5EF4-FFF2-40B4-BE49-F238E27FC236}">
                <a16:creationId xmlns:a16="http://schemas.microsoft.com/office/drawing/2014/main" id="{787BF6AA-1D57-1366-2EEE-1701954BF59C}"/>
              </a:ext>
            </a:extLst>
          </p:cNvPr>
          <p:cNvSpPr txBox="1"/>
          <p:nvPr/>
        </p:nvSpPr>
        <p:spPr>
          <a:xfrm>
            <a:off x="6249944" y="5188869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7.</a:t>
            </a:r>
          </a:p>
        </p:txBody>
      </p:sp>
      <p:pic>
        <p:nvPicPr>
          <p:cNvPr id="62" name="Grafik 61" descr="Pfeil mit einer Linie: Nach rechts drehen mit einfarbiger Füllung">
            <a:extLst>
              <a:ext uri="{FF2B5EF4-FFF2-40B4-BE49-F238E27FC236}">
                <a16:creationId xmlns:a16="http://schemas.microsoft.com/office/drawing/2014/main" id="{AF6949D6-0573-61B3-57BE-5A7AD84506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2240788">
            <a:off x="1176307" y="4082892"/>
            <a:ext cx="479975" cy="492093"/>
          </a:xfrm>
          <a:prstGeom prst="rect">
            <a:avLst/>
          </a:prstGeom>
        </p:spPr>
      </p:pic>
      <p:pic>
        <p:nvPicPr>
          <p:cNvPr id="63" name="Grafik 62" descr="Pfeil mit einer Linie: Nach rechts drehen mit einfarbiger Füllung">
            <a:extLst>
              <a:ext uri="{FF2B5EF4-FFF2-40B4-BE49-F238E27FC236}">
                <a16:creationId xmlns:a16="http://schemas.microsoft.com/office/drawing/2014/main" id="{FD309883-B8A4-EB67-742C-1BE8E54088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9549603" flipH="1">
            <a:off x="1257805" y="4083461"/>
            <a:ext cx="479975" cy="492093"/>
          </a:xfrm>
          <a:prstGeom prst="rect">
            <a:avLst/>
          </a:prstGeom>
        </p:spPr>
      </p:pic>
      <p:grpSp>
        <p:nvGrpSpPr>
          <p:cNvPr id="64" name="Gruppieren 63">
            <a:extLst>
              <a:ext uri="{FF2B5EF4-FFF2-40B4-BE49-F238E27FC236}">
                <a16:creationId xmlns:a16="http://schemas.microsoft.com/office/drawing/2014/main" id="{7A6CB28B-FB7F-79FD-D810-0D09FE091A7E}"/>
              </a:ext>
            </a:extLst>
          </p:cNvPr>
          <p:cNvGrpSpPr/>
          <p:nvPr/>
        </p:nvGrpSpPr>
        <p:grpSpPr>
          <a:xfrm rot="21357640">
            <a:off x="4452216" y="4081011"/>
            <a:ext cx="565462" cy="489794"/>
            <a:chOff x="6667341" y="2792575"/>
            <a:chExt cx="1069200" cy="926123"/>
          </a:xfrm>
        </p:grpSpPr>
        <p:pic>
          <p:nvPicPr>
            <p:cNvPr id="65" name="Grafik 64" descr="Pfeil mit einer Linie: Nach rechts drehen mit einfarbiger Füllung">
              <a:extLst>
                <a:ext uri="{FF2B5EF4-FFF2-40B4-BE49-F238E27FC236}">
                  <a16:creationId xmlns:a16="http://schemas.microsoft.com/office/drawing/2014/main" id="{A12ED9F5-9138-2299-212E-6068516591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2483148">
              <a:off x="6667341" y="2792575"/>
              <a:ext cx="914400" cy="914400"/>
            </a:xfrm>
            <a:prstGeom prst="rect">
              <a:avLst/>
            </a:prstGeom>
          </p:spPr>
        </p:pic>
        <p:pic>
          <p:nvPicPr>
            <p:cNvPr id="66" name="Grafik 65" descr="Pfeil mit einer Linie: Nach rechts drehen mit einfarbiger Füllung">
              <a:extLst>
                <a:ext uri="{FF2B5EF4-FFF2-40B4-BE49-F238E27FC236}">
                  <a16:creationId xmlns:a16="http://schemas.microsoft.com/office/drawing/2014/main" id="{00A5E697-40E9-F969-5A13-F5AE0D60A13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9791963" flipH="1">
              <a:off x="6822141" y="2804298"/>
              <a:ext cx="914400" cy="914400"/>
            </a:xfrm>
            <a:prstGeom prst="rect">
              <a:avLst/>
            </a:prstGeom>
          </p:spPr>
        </p:pic>
      </p:grpSp>
      <p:grpSp>
        <p:nvGrpSpPr>
          <p:cNvPr id="67" name="Gruppieren 66">
            <a:extLst>
              <a:ext uri="{FF2B5EF4-FFF2-40B4-BE49-F238E27FC236}">
                <a16:creationId xmlns:a16="http://schemas.microsoft.com/office/drawing/2014/main" id="{E646443B-E7D6-ACE0-FDEE-D7FF2615B82E}"/>
              </a:ext>
            </a:extLst>
          </p:cNvPr>
          <p:cNvGrpSpPr/>
          <p:nvPr/>
        </p:nvGrpSpPr>
        <p:grpSpPr>
          <a:xfrm rot="21357640">
            <a:off x="7740742" y="4094393"/>
            <a:ext cx="571034" cy="494620"/>
            <a:chOff x="6667341" y="2792575"/>
            <a:chExt cx="1069200" cy="926123"/>
          </a:xfrm>
        </p:grpSpPr>
        <p:pic>
          <p:nvPicPr>
            <p:cNvPr id="68" name="Grafik 67" descr="Pfeil mit einer Linie: Nach rechts drehen mit einfarbiger Füllung">
              <a:extLst>
                <a:ext uri="{FF2B5EF4-FFF2-40B4-BE49-F238E27FC236}">
                  <a16:creationId xmlns:a16="http://schemas.microsoft.com/office/drawing/2014/main" id="{734AB419-A05F-BE35-8CDE-4AA732A7D4F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2483148">
              <a:off x="6667341" y="2792575"/>
              <a:ext cx="914400" cy="914400"/>
            </a:xfrm>
            <a:prstGeom prst="rect">
              <a:avLst/>
            </a:prstGeom>
          </p:spPr>
        </p:pic>
        <p:pic>
          <p:nvPicPr>
            <p:cNvPr id="69" name="Grafik 68" descr="Pfeil mit einer Linie: Nach rechts drehen mit einfarbiger Füllung">
              <a:extLst>
                <a:ext uri="{FF2B5EF4-FFF2-40B4-BE49-F238E27FC236}">
                  <a16:creationId xmlns:a16="http://schemas.microsoft.com/office/drawing/2014/main" id="{C1AE2BCF-95FF-977D-2352-2137B352A2C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9791963" flipH="1">
              <a:off x="6822141" y="2804298"/>
              <a:ext cx="914400" cy="914400"/>
            </a:xfrm>
            <a:prstGeom prst="rect">
              <a:avLst/>
            </a:prstGeom>
          </p:spPr>
        </p:pic>
      </p:grpSp>
      <p:grpSp>
        <p:nvGrpSpPr>
          <p:cNvPr id="70" name="Gruppieren 69">
            <a:extLst>
              <a:ext uri="{FF2B5EF4-FFF2-40B4-BE49-F238E27FC236}">
                <a16:creationId xmlns:a16="http://schemas.microsoft.com/office/drawing/2014/main" id="{55AEB7AA-7921-7852-B0EC-FBBB8BCFD2D9}"/>
              </a:ext>
            </a:extLst>
          </p:cNvPr>
          <p:cNvGrpSpPr/>
          <p:nvPr/>
        </p:nvGrpSpPr>
        <p:grpSpPr>
          <a:xfrm rot="21357640">
            <a:off x="1138916" y="5946537"/>
            <a:ext cx="573440" cy="496705"/>
            <a:chOff x="6667341" y="2792575"/>
            <a:chExt cx="1069200" cy="926123"/>
          </a:xfrm>
        </p:grpSpPr>
        <p:pic>
          <p:nvPicPr>
            <p:cNvPr id="71" name="Grafik 70" descr="Pfeil mit einer Linie: Nach rechts drehen mit einfarbiger Füllung">
              <a:extLst>
                <a:ext uri="{FF2B5EF4-FFF2-40B4-BE49-F238E27FC236}">
                  <a16:creationId xmlns:a16="http://schemas.microsoft.com/office/drawing/2014/main" id="{D038DDBF-3E35-4840-5CFD-B6E241FD67D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2483148">
              <a:off x="6667341" y="2792575"/>
              <a:ext cx="914400" cy="914400"/>
            </a:xfrm>
            <a:prstGeom prst="rect">
              <a:avLst/>
            </a:prstGeom>
          </p:spPr>
        </p:pic>
        <p:pic>
          <p:nvPicPr>
            <p:cNvPr id="72" name="Grafik 71" descr="Pfeil mit einer Linie: Nach rechts drehen mit einfarbiger Füllung">
              <a:extLst>
                <a:ext uri="{FF2B5EF4-FFF2-40B4-BE49-F238E27FC236}">
                  <a16:creationId xmlns:a16="http://schemas.microsoft.com/office/drawing/2014/main" id="{16D84B6D-6BED-F6AD-D313-D005E141814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9791963" flipH="1">
              <a:off x="6822141" y="2804298"/>
              <a:ext cx="914400" cy="914400"/>
            </a:xfrm>
            <a:prstGeom prst="rect">
              <a:avLst/>
            </a:prstGeom>
          </p:spPr>
        </p:pic>
      </p:grpSp>
      <p:grpSp>
        <p:nvGrpSpPr>
          <p:cNvPr id="73" name="Gruppieren 72">
            <a:extLst>
              <a:ext uri="{FF2B5EF4-FFF2-40B4-BE49-F238E27FC236}">
                <a16:creationId xmlns:a16="http://schemas.microsoft.com/office/drawing/2014/main" id="{45A6AA09-98FC-A520-5838-170ABAF50A2D}"/>
              </a:ext>
            </a:extLst>
          </p:cNvPr>
          <p:cNvGrpSpPr/>
          <p:nvPr/>
        </p:nvGrpSpPr>
        <p:grpSpPr>
          <a:xfrm rot="21357640">
            <a:off x="4391521" y="5903292"/>
            <a:ext cx="577276" cy="500027"/>
            <a:chOff x="6667341" y="2792575"/>
            <a:chExt cx="1069200" cy="926123"/>
          </a:xfrm>
        </p:grpSpPr>
        <p:pic>
          <p:nvPicPr>
            <p:cNvPr id="74" name="Grafik 73" descr="Pfeil mit einer Linie: Nach rechts drehen mit einfarbiger Füllung">
              <a:extLst>
                <a:ext uri="{FF2B5EF4-FFF2-40B4-BE49-F238E27FC236}">
                  <a16:creationId xmlns:a16="http://schemas.microsoft.com/office/drawing/2014/main" id="{62D9A841-9F97-F5D5-B57C-34B200AB7D1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2483148">
              <a:off x="6667341" y="2792575"/>
              <a:ext cx="914400" cy="914400"/>
            </a:xfrm>
            <a:prstGeom prst="rect">
              <a:avLst/>
            </a:prstGeom>
          </p:spPr>
        </p:pic>
        <p:pic>
          <p:nvPicPr>
            <p:cNvPr id="75" name="Grafik 74" descr="Pfeil mit einer Linie: Nach rechts drehen mit einfarbiger Füllung">
              <a:extLst>
                <a:ext uri="{FF2B5EF4-FFF2-40B4-BE49-F238E27FC236}">
                  <a16:creationId xmlns:a16="http://schemas.microsoft.com/office/drawing/2014/main" id="{C1468B56-6462-F52B-8BD0-A0C3E8B501F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9791963" flipH="1">
              <a:off x="6822141" y="2804298"/>
              <a:ext cx="914400" cy="914400"/>
            </a:xfrm>
            <a:prstGeom prst="rect">
              <a:avLst/>
            </a:prstGeom>
          </p:spPr>
        </p:pic>
      </p:grpSp>
      <p:grpSp>
        <p:nvGrpSpPr>
          <p:cNvPr id="82" name="Gruppieren 81">
            <a:extLst>
              <a:ext uri="{FF2B5EF4-FFF2-40B4-BE49-F238E27FC236}">
                <a16:creationId xmlns:a16="http://schemas.microsoft.com/office/drawing/2014/main" id="{024EF28D-5A12-A3F3-CC16-7CCB8939A04F}"/>
              </a:ext>
            </a:extLst>
          </p:cNvPr>
          <p:cNvGrpSpPr/>
          <p:nvPr/>
        </p:nvGrpSpPr>
        <p:grpSpPr>
          <a:xfrm>
            <a:off x="9361360" y="2915586"/>
            <a:ext cx="2189088" cy="1223450"/>
            <a:chOff x="672353" y="2826924"/>
            <a:chExt cx="2328424" cy="1301324"/>
          </a:xfrm>
        </p:grpSpPr>
        <p:sp>
          <p:nvSpPr>
            <p:cNvPr id="83" name="Rechteck 82">
              <a:extLst>
                <a:ext uri="{FF2B5EF4-FFF2-40B4-BE49-F238E27FC236}">
                  <a16:creationId xmlns:a16="http://schemas.microsoft.com/office/drawing/2014/main" id="{2D3DD074-9628-F8F6-5097-87C92192D4C8}"/>
                </a:ext>
              </a:extLst>
            </p:cNvPr>
            <p:cNvSpPr/>
            <p:nvPr/>
          </p:nvSpPr>
          <p:spPr>
            <a:xfrm>
              <a:off x="1424958" y="3032980"/>
              <a:ext cx="260971" cy="1095268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cxnSp>
          <p:nvCxnSpPr>
            <p:cNvPr id="84" name="Gerader Verbinder 83">
              <a:extLst>
                <a:ext uri="{FF2B5EF4-FFF2-40B4-BE49-F238E27FC236}">
                  <a16:creationId xmlns:a16="http://schemas.microsoft.com/office/drawing/2014/main" id="{562296E3-FC71-846B-1584-EAF2861BE8FE}"/>
                </a:ext>
              </a:extLst>
            </p:cNvPr>
            <p:cNvCxnSpPr>
              <a:cxnSpLocks/>
            </p:cNvCxnSpPr>
            <p:nvPr/>
          </p:nvCxnSpPr>
          <p:spPr>
            <a:xfrm>
              <a:off x="672353" y="4128247"/>
              <a:ext cx="2328424" cy="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5" name="Rechteck 84">
              <a:extLst>
                <a:ext uri="{FF2B5EF4-FFF2-40B4-BE49-F238E27FC236}">
                  <a16:creationId xmlns:a16="http://schemas.microsoft.com/office/drawing/2014/main" id="{9474CBCF-0034-DF66-34CB-AFBD5E912EBF}"/>
                </a:ext>
              </a:extLst>
            </p:cNvPr>
            <p:cNvSpPr/>
            <p:nvPr/>
          </p:nvSpPr>
          <p:spPr>
            <a:xfrm>
              <a:off x="996326" y="3599648"/>
              <a:ext cx="260971" cy="528599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6" name="Rechteck 85">
              <a:extLst>
                <a:ext uri="{FF2B5EF4-FFF2-40B4-BE49-F238E27FC236}">
                  <a16:creationId xmlns:a16="http://schemas.microsoft.com/office/drawing/2014/main" id="{25E166B6-69BE-DBAC-FFF1-C8DCFD5730A6}"/>
                </a:ext>
              </a:extLst>
            </p:cNvPr>
            <p:cNvSpPr/>
            <p:nvPr/>
          </p:nvSpPr>
          <p:spPr>
            <a:xfrm>
              <a:off x="2371766" y="2826924"/>
              <a:ext cx="260971" cy="1301324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87" name="Rechteck 86">
              <a:extLst>
                <a:ext uri="{FF2B5EF4-FFF2-40B4-BE49-F238E27FC236}">
                  <a16:creationId xmlns:a16="http://schemas.microsoft.com/office/drawing/2014/main" id="{39C00245-6A2F-ADF9-39EE-0CED38EAB986}"/>
                </a:ext>
              </a:extLst>
            </p:cNvPr>
            <p:cNvSpPr/>
            <p:nvPr/>
          </p:nvSpPr>
          <p:spPr>
            <a:xfrm>
              <a:off x="1899951" y="3219718"/>
              <a:ext cx="260971" cy="908529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88" name="Textfeld 87">
            <a:extLst>
              <a:ext uri="{FF2B5EF4-FFF2-40B4-BE49-F238E27FC236}">
                <a16:creationId xmlns:a16="http://schemas.microsoft.com/office/drawing/2014/main" id="{5BEC3891-0871-25A5-F8E6-74D6AACE436E}"/>
              </a:ext>
            </a:extLst>
          </p:cNvPr>
          <p:cNvSpPr txBox="1"/>
          <p:nvPr/>
        </p:nvSpPr>
        <p:spPr>
          <a:xfrm>
            <a:off x="9084387" y="3467298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4.</a:t>
            </a:r>
          </a:p>
        </p:txBody>
      </p:sp>
      <p:sp>
        <p:nvSpPr>
          <p:cNvPr id="90" name="Textfeld 89">
            <a:extLst>
              <a:ext uri="{FF2B5EF4-FFF2-40B4-BE49-F238E27FC236}">
                <a16:creationId xmlns:a16="http://schemas.microsoft.com/office/drawing/2014/main" id="{DBB8DEB9-1E65-1C6A-3DA7-65E25C6DB3E2}"/>
              </a:ext>
            </a:extLst>
          </p:cNvPr>
          <p:cNvSpPr txBox="1"/>
          <p:nvPr/>
        </p:nvSpPr>
        <p:spPr>
          <a:xfrm>
            <a:off x="9961978" y="5244544"/>
            <a:ext cx="7988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Fertig</a:t>
            </a:r>
          </a:p>
        </p:txBody>
      </p:sp>
      <p:grpSp>
        <p:nvGrpSpPr>
          <p:cNvPr id="97" name="Gruppieren 96">
            <a:extLst>
              <a:ext uri="{FF2B5EF4-FFF2-40B4-BE49-F238E27FC236}">
                <a16:creationId xmlns:a16="http://schemas.microsoft.com/office/drawing/2014/main" id="{0AD2E4CB-0D51-ECE9-8610-AEE4537EA635}"/>
              </a:ext>
            </a:extLst>
          </p:cNvPr>
          <p:cNvGrpSpPr/>
          <p:nvPr/>
        </p:nvGrpSpPr>
        <p:grpSpPr>
          <a:xfrm rot="21357640">
            <a:off x="9709417" y="4094394"/>
            <a:ext cx="571034" cy="494620"/>
            <a:chOff x="6667341" y="2792575"/>
            <a:chExt cx="1069200" cy="926123"/>
          </a:xfrm>
        </p:grpSpPr>
        <p:pic>
          <p:nvPicPr>
            <p:cNvPr id="98" name="Grafik 97" descr="Pfeil mit einer Linie: Nach rechts drehen mit einfarbiger Füllung">
              <a:extLst>
                <a:ext uri="{FF2B5EF4-FFF2-40B4-BE49-F238E27FC236}">
                  <a16:creationId xmlns:a16="http://schemas.microsoft.com/office/drawing/2014/main" id="{E8C5D427-CCCB-7C41-91AC-070FEA035C7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2483148">
              <a:off x="6667341" y="2792575"/>
              <a:ext cx="914400" cy="914400"/>
            </a:xfrm>
            <a:prstGeom prst="rect">
              <a:avLst/>
            </a:prstGeom>
          </p:spPr>
        </p:pic>
        <p:pic>
          <p:nvPicPr>
            <p:cNvPr id="99" name="Grafik 98" descr="Pfeil mit einer Linie: Nach rechts drehen mit einfarbiger Füllung">
              <a:extLst>
                <a:ext uri="{FF2B5EF4-FFF2-40B4-BE49-F238E27FC236}">
                  <a16:creationId xmlns:a16="http://schemas.microsoft.com/office/drawing/2014/main" id="{0A008973-F872-6376-B40C-607DFA29153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9791963" flipH="1">
              <a:off x="6822141" y="2804298"/>
              <a:ext cx="914400" cy="914400"/>
            </a:xfrm>
            <a:prstGeom prst="rect">
              <a:avLst/>
            </a:prstGeom>
          </p:spPr>
        </p:pic>
      </p:grpSp>
      <p:sp>
        <p:nvSpPr>
          <p:cNvPr id="100" name="Textfeld 99">
            <a:extLst>
              <a:ext uri="{FF2B5EF4-FFF2-40B4-BE49-F238E27FC236}">
                <a16:creationId xmlns:a16="http://schemas.microsoft.com/office/drawing/2014/main" id="{05BDC9E4-DDB4-BF27-96D6-8D826A88D4B8}"/>
              </a:ext>
            </a:extLst>
          </p:cNvPr>
          <p:cNvSpPr txBox="1"/>
          <p:nvPr/>
        </p:nvSpPr>
        <p:spPr>
          <a:xfrm>
            <a:off x="6885995" y="675873"/>
            <a:ext cx="43539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Im vergleich zu </a:t>
            </a:r>
            <a:r>
              <a:rPr lang="de-DE" dirty="0" err="1"/>
              <a:t>Selectionsort</a:t>
            </a:r>
            <a:endParaRPr lang="de-DE" dirty="0"/>
          </a:p>
          <a:p>
            <a:r>
              <a:rPr lang="de-DE" dirty="0"/>
              <a:t>werden immer nur Nachbarn verglichen</a:t>
            </a:r>
          </a:p>
        </p:txBody>
      </p:sp>
    </p:spTree>
    <p:extLst>
      <p:ext uri="{BB962C8B-B14F-4D97-AF65-F5344CB8AC3E}">
        <p14:creationId xmlns:p14="http://schemas.microsoft.com/office/powerpoint/2010/main" val="2704018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9" grpId="0"/>
      <p:bldP spid="36" grpId="0"/>
      <p:bldP spid="43" grpId="0"/>
      <p:bldP spid="50" grpId="0"/>
      <p:bldP spid="57" grpId="0"/>
      <p:bldP spid="88" grpId="0"/>
      <p:bldP spid="9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769A53-7EB6-8273-30E9-D0B490581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1">
            <a:extLst>
              <a:ext uri="{FF2B5EF4-FFF2-40B4-BE49-F238E27FC236}">
                <a16:creationId xmlns:a16="http://schemas.microsoft.com/office/drawing/2014/main" id="{87339755-618E-2902-1DD6-44119CB21175}"/>
              </a:ext>
            </a:extLst>
          </p:cNvPr>
          <p:cNvSpPr txBox="1"/>
          <p:nvPr/>
        </p:nvSpPr>
        <p:spPr>
          <a:xfrm>
            <a:off x="724971" y="568578"/>
            <a:ext cx="1056225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4000" b="1" dirty="0">
                <a:solidFill>
                  <a:schemeClr val="accent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Sortieralgorithmen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EEAAB76-DF82-6921-F40F-E61705D989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36FD0BC5-8F88-10A1-B4E1-5D3F30EB04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4CEC4FD7-4CCA-EDA9-8749-E73F33DD5E78}"/>
              </a:ext>
            </a:extLst>
          </p:cNvPr>
          <p:cNvSpPr txBox="1"/>
          <p:nvPr/>
        </p:nvSpPr>
        <p:spPr>
          <a:xfrm>
            <a:off x="724971" y="1453927"/>
            <a:ext cx="20554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>
                <a:latin typeface="Segoe UI" panose="020B0502040204020203" pitchFamily="34" charset="0"/>
                <a:cs typeface="Segoe UI" panose="020B0502040204020203" pitchFamily="34" charset="0"/>
                <a:sym typeface="Wingdings" panose="05000000000000000000" pitchFamily="2" charset="2"/>
              </a:rPr>
              <a:t>Insertionsort</a:t>
            </a:r>
            <a:endParaRPr lang="de-DE" sz="2400" b="1" dirty="0">
              <a:solidFill>
                <a:schemeClr val="accent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B357A224-41B9-A46C-B6E3-BC93921FEEA2}"/>
              </a:ext>
            </a:extLst>
          </p:cNvPr>
          <p:cNvSpPr txBox="1"/>
          <p:nvPr/>
        </p:nvSpPr>
        <p:spPr>
          <a:xfrm>
            <a:off x="724971" y="2104465"/>
            <a:ext cx="57089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Quasi zwei Arrays: ein sortiertes und ein unsortiertes</a:t>
            </a:r>
          </a:p>
        </p:txBody>
      </p: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3FF50A65-107C-540C-EE55-19E497FB7270}"/>
              </a:ext>
            </a:extLst>
          </p:cNvPr>
          <p:cNvGrpSpPr/>
          <p:nvPr/>
        </p:nvGrpSpPr>
        <p:grpSpPr>
          <a:xfrm>
            <a:off x="828288" y="3772479"/>
            <a:ext cx="2189088" cy="1223450"/>
            <a:chOff x="672353" y="2826924"/>
            <a:chExt cx="2328424" cy="1301324"/>
          </a:xfrm>
        </p:grpSpPr>
        <p:sp>
          <p:nvSpPr>
            <p:cNvPr id="12" name="Rechteck 11">
              <a:extLst>
                <a:ext uri="{FF2B5EF4-FFF2-40B4-BE49-F238E27FC236}">
                  <a16:creationId xmlns:a16="http://schemas.microsoft.com/office/drawing/2014/main" id="{F93B76B2-11C8-50D2-BAB1-E7E13B8CEB35}"/>
                </a:ext>
              </a:extLst>
            </p:cNvPr>
            <p:cNvSpPr/>
            <p:nvPr/>
          </p:nvSpPr>
          <p:spPr>
            <a:xfrm>
              <a:off x="996327" y="3032980"/>
              <a:ext cx="260971" cy="1095268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cxnSp>
          <p:nvCxnSpPr>
            <p:cNvPr id="15" name="Gerader Verbinder 14">
              <a:extLst>
                <a:ext uri="{FF2B5EF4-FFF2-40B4-BE49-F238E27FC236}">
                  <a16:creationId xmlns:a16="http://schemas.microsoft.com/office/drawing/2014/main" id="{EDF3479F-FC50-973A-8299-86FFAAB6EB0C}"/>
                </a:ext>
              </a:extLst>
            </p:cNvPr>
            <p:cNvCxnSpPr>
              <a:cxnSpLocks/>
            </p:cNvCxnSpPr>
            <p:nvPr/>
          </p:nvCxnSpPr>
          <p:spPr>
            <a:xfrm>
              <a:off x="672353" y="4128247"/>
              <a:ext cx="2328424" cy="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6" name="Rechteck 15">
              <a:extLst>
                <a:ext uri="{FF2B5EF4-FFF2-40B4-BE49-F238E27FC236}">
                  <a16:creationId xmlns:a16="http://schemas.microsoft.com/office/drawing/2014/main" id="{0F939451-5A1D-B026-ED5C-A2828F79FB05}"/>
                </a:ext>
              </a:extLst>
            </p:cNvPr>
            <p:cNvSpPr/>
            <p:nvPr/>
          </p:nvSpPr>
          <p:spPr>
            <a:xfrm>
              <a:off x="1450786" y="3599648"/>
              <a:ext cx="260971" cy="528599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7" name="Rechteck 16">
              <a:extLst>
                <a:ext uri="{FF2B5EF4-FFF2-40B4-BE49-F238E27FC236}">
                  <a16:creationId xmlns:a16="http://schemas.microsoft.com/office/drawing/2014/main" id="{29AAE6F2-1E4F-DD8C-1474-525B89C5D90E}"/>
                </a:ext>
              </a:extLst>
            </p:cNvPr>
            <p:cNvSpPr/>
            <p:nvPr/>
          </p:nvSpPr>
          <p:spPr>
            <a:xfrm>
              <a:off x="1905245" y="2826924"/>
              <a:ext cx="260971" cy="1301324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9" name="Rechteck 18">
              <a:extLst>
                <a:ext uri="{FF2B5EF4-FFF2-40B4-BE49-F238E27FC236}">
                  <a16:creationId xmlns:a16="http://schemas.microsoft.com/office/drawing/2014/main" id="{7AE80547-B699-B9B4-9C3B-94F5D5DBD838}"/>
                </a:ext>
              </a:extLst>
            </p:cNvPr>
            <p:cNvSpPr/>
            <p:nvPr/>
          </p:nvSpPr>
          <p:spPr>
            <a:xfrm>
              <a:off x="2371766" y="3219718"/>
              <a:ext cx="260971" cy="908529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22" name="Textfeld 21">
            <a:extLst>
              <a:ext uri="{FF2B5EF4-FFF2-40B4-BE49-F238E27FC236}">
                <a16:creationId xmlns:a16="http://schemas.microsoft.com/office/drawing/2014/main" id="{68A3232D-16FA-567D-3A95-31BD9959D28D}"/>
              </a:ext>
            </a:extLst>
          </p:cNvPr>
          <p:cNvSpPr txBox="1"/>
          <p:nvPr/>
        </p:nvSpPr>
        <p:spPr>
          <a:xfrm>
            <a:off x="633847" y="4307451"/>
            <a:ext cx="313774" cy="3472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1.</a:t>
            </a:r>
          </a:p>
        </p:txBody>
      </p:sp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92D31969-B911-9ECC-C413-8DCDA841C20F}"/>
              </a:ext>
            </a:extLst>
          </p:cNvPr>
          <p:cNvGrpSpPr/>
          <p:nvPr/>
        </p:nvGrpSpPr>
        <p:grpSpPr>
          <a:xfrm>
            <a:off x="3672645" y="3772479"/>
            <a:ext cx="2189088" cy="1223450"/>
            <a:chOff x="672353" y="2826924"/>
            <a:chExt cx="2328424" cy="1301324"/>
          </a:xfrm>
        </p:grpSpPr>
        <p:sp>
          <p:nvSpPr>
            <p:cNvPr id="24" name="Rechteck 23">
              <a:extLst>
                <a:ext uri="{FF2B5EF4-FFF2-40B4-BE49-F238E27FC236}">
                  <a16:creationId xmlns:a16="http://schemas.microsoft.com/office/drawing/2014/main" id="{9095F1D2-F342-D867-F8A8-1FA036F2A9E3}"/>
                </a:ext>
              </a:extLst>
            </p:cNvPr>
            <p:cNvSpPr/>
            <p:nvPr/>
          </p:nvSpPr>
          <p:spPr>
            <a:xfrm>
              <a:off x="1424958" y="3032980"/>
              <a:ext cx="260971" cy="1095268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cxnSp>
          <p:nvCxnSpPr>
            <p:cNvPr id="25" name="Gerader Verbinder 24">
              <a:extLst>
                <a:ext uri="{FF2B5EF4-FFF2-40B4-BE49-F238E27FC236}">
                  <a16:creationId xmlns:a16="http://schemas.microsoft.com/office/drawing/2014/main" id="{CD2B3277-4F84-87B4-ECDA-6976C09DFB9F}"/>
                </a:ext>
              </a:extLst>
            </p:cNvPr>
            <p:cNvCxnSpPr>
              <a:cxnSpLocks/>
            </p:cNvCxnSpPr>
            <p:nvPr/>
          </p:nvCxnSpPr>
          <p:spPr>
            <a:xfrm>
              <a:off x="672353" y="4128247"/>
              <a:ext cx="2328424" cy="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6" name="Rechteck 25">
              <a:extLst>
                <a:ext uri="{FF2B5EF4-FFF2-40B4-BE49-F238E27FC236}">
                  <a16:creationId xmlns:a16="http://schemas.microsoft.com/office/drawing/2014/main" id="{55CDBDB8-082B-3688-15AF-8953854DD1AB}"/>
                </a:ext>
              </a:extLst>
            </p:cNvPr>
            <p:cNvSpPr/>
            <p:nvPr/>
          </p:nvSpPr>
          <p:spPr>
            <a:xfrm>
              <a:off x="996326" y="3599648"/>
              <a:ext cx="260971" cy="528599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7" name="Rechteck 26">
              <a:extLst>
                <a:ext uri="{FF2B5EF4-FFF2-40B4-BE49-F238E27FC236}">
                  <a16:creationId xmlns:a16="http://schemas.microsoft.com/office/drawing/2014/main" id="{AEBC3E7A-0695-54EF-B41F-5DDB2FC8D8B9}"/>
                </a:ext>
              </a:extLst>
            </p:cNvPr>
            <p:cNvSpPr/>
            <p:nvPr/>
          </p:nvSpPr>
          <p:spPr>
            <a:xfrm>
              <a:off x="1905245" y="2826924"/>
              <a:ext cx="260971" cy="1301324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8" name="Rechteck 27">
              <a:extLst>
                <a:ext uri="{FF2B5EF4-FFF2-40B4-BE49-F238E27FC236}">
                  <a16:creationId xmlns:a16="http://schemas.microsoft.com/office/drawing/2014/main" id="{2EB02DC2-B8F6-D10E-FE49-87729E3D79CD}"/>
                </a:ext>
              </a:extLst>
            </p:cNvPr>
            <p:cNvSpPr/>
            <p:nvPr/>
          </p:nvSpPr>
          <p:spPr>
            <a:xfrm>
              <a:off x="2371766" y="3219718"/>
              <a:ext cx="260971" cy="908529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29" name="Textfeld 28">
            <a:extLst>
              <a:ext uri="{FF2B5EF4-FFF2-40B4-BE49-F238E27FC236}">
                <a16:creationId xmlns:a16="http://schemas.microsoft.com/office/drawing/2014/main" id="{BDDE0EDA-624F-0840-1DF2-2795BF89A8D0}"/>
              </a:ext>
            </a:extLst>
          </p:cNvPr>
          <p:cNvSpPr txBox="1"/>
          <p:nvPr/>
        </p:nvSpPr>
        <p:spPr>
          <a:xfrm>
            <a:off x="3377028" y="4307451"/>
            <a:ext cx="346930" cy="3472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2.</a:t>
            </a:r>
          </a:p>
        </p:txBody>
      </p:sp>
      <p:grpSp>
        <p:nvGrpSpPr>
          <p:cNvPr id="91" name="Gruppieren 90">
            <a:extLst>
              <a:ext uri="{FF2B5EF4-FFF2-40B4-BE49-F238E27FC236}">
                <a16:creationId xmlns:a16="http://schemas.microsoft.com/office/drawing/2014/main" id="{316A6E97-05BD-4AD5-383B-4D5F8BDFEE25}"/>
              </a:ext>
            </a:extLst>
          </p:cNvPr>
          <p:cNvGrpSpPr/>
          <p:nvPr/>
        </p:nvGrpSpPr>
        <p:grpSpPr>
          <a:xfrm>
            <a:off x="6517225" y="3767213"/>
            <a:ext cx="2189088" cy="1223450"/>
            <a:chOff x="672353" y="2826924"/>
            <a:chExt cx="2328424" cy="1301324"/>
          </a:xfrm>
        </p:grpSpPr>
        <p:sp>
          <p:nvSpPr>
            <p:cNvPr id="92" name="Rechteck 91">
              <a:extLst>
                <a:ext uri="{FF2B5EF4-FFF2-40B4-BE49-F238E27FC236}">
                  <a16:creationId xmlns:a16="http://schemas.microsoft.com/office/drawing/2014/main" id="{91739F8B-4B98-2979-0CF7-2C68BF2A4DC0}"/>
                </a:ext>
              </a:extLst>
            </p:cNvPr>
            <p:cNvSpPr/>
            <p:nvPr/>
          </p:nvSpPr>
          <p:spPr>
            <a:xfrm>
              <a:off x="1424958" y="3032980"/>
              <a:ext cx="260971" cy="1095268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cxnSp>
          <p:nvCxnSpPr>
            <p:cNvPr id="93" name="Gerader Verbinder 92">
              <a:extLst>
                <a:ext uri="{FF2B5EF4-FFF2-40B4-BE49-F238E27FC236}">
                  <a16:creationId xmlns:a16="http://schemas.microsoft.com/office/drawing/2014/main" id="{47016F43-AAAD-B09E-B8AD-BACDB5CF7200}"/>
                </a:ext>
              </a:extLst>
            </p:cNvPr>
            <p:cNvCxnSpPr>
              <a:cxnSpLocks/>
            </p:cNvCxnSpPr>
            <p:nvPr/>
          </p:nvCxnSpPr>
          <p:spPr>
            <a:xfrm>
              <a:off x="672353" y="4128247"/>
              <a:ext cx="2328424" cy="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4" name="Rechteck 93">
              <a:extLst>
                <a:ext uri="{FF2B5EF4-FFF2-40B4-BE49-F238E27FC236}">
                  <a16:creationId xmlns:a16="http://schemas.microsoft.com/office/drawing/2014/main" id="{ABD20B62-C1F8-E55C-C10A-29BAAE4ED492}"/>
                </a:ext>
              </a:extLst>
            </p:cNvPr>
            <p:cNvSpPr/>
            <p:nvPr/>
          </p:nvSpPr>
          <p:spPr>
            <a:xfrm>
              <a:off x="996326" y="3599648"/>
              <a:ext cx="260971" cy="528599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5" name="Rechteck 94">
              <a:extLst>
                <a:ext uri="{FF2B5EF4-FFF2-40B4-BE49-F238E27FC236}">
                  <a16:creationId xmlns:a16="http://schemas.microsoft.com/office/drawing/2014/main" id="{53B32FFF-1CE7-62A1-0ED6-AA1708D3B058}"/>
                </a:ext>
              </a:extLst>
            </p:cNvPr>
            <p:cNvSpPr/>
            <p:nvPr/>
          </p:nvSpPr>
          <p:spPr>
            <a:xfrm>
              <a:off x="1905245" y="2826924"/>
              <a:ext cx="260971" cy="1301324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6" name="Rechteck 95">
              <a:extLst>
                <a:ext uri="{FF2B5EF4-FFF2-40B4-BE49-F238E27FC236}">
                  <a16:creationId xmlns:a16="http://schemas.microsoft.com/office/drawing/2014/main" id="{481669D9-0BC1-1C18-F31D-B0B91E5CD047}"/>
                </a:ext>
              </a:extLst>
            </p:cNvPr>
            <p:cNvSpPr/>
            <p:nvPr/>
          </p:nvSpPr>
          <p:spPr>
            <a:xfrm>
              <a:off x="2371766" y="3219718"/>
              <a:ext cx="260971" cy="908529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36" name="Textfeld 35">
            <a:extLst>
              <a:ext uri="{FF2B5EF4-FFF2-40B4-BE49-F238E27FC236}">
                <a16:creationId xmlns:a16="http://schemas.microsoft.com/office/drawing/2014/main" id="{FC5F3C6F-233E-7A5C-6049-E74E247AB00E}"/>
              </a:ext>
            </a:extLst>
          </p:cNvPr>
          <p:cNvSpPr txBox="1"/>
          <p:nvPr/>
        </p:nvSpPr>
        <p:spPr>
          <a:xfrm>
            <a:off x="6244008" y="4307452"/>
            <a:ext cx="346930" cy="3472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3.</a:t>
            </a:r>
          </a:p>
        </p:txBody>
      </p:sp>
      <p:grpSp>
        <p:nvGrpSpPr>
          <p:cNvPr id="82" name="Gruppieren 81">
            <a:extLst>
              <a:ext uri="{FF2B5EF4-FFF2-40B4-BE49-F238E27FC236}">
                <a16:creationId xmlns:a16="http://schemas.microsoft.com/office/drawing/2014/main" id="{290CA8FB-4ED8-6E0F-3361-8BB719F0BE6E}"/>
              </a:ext>
            </a:extLst>
          </p:cNvPr>
          <p:cNvGrpSpPr/>
          <p:nvPr/>
        </p:nvGrpSpPr>
        <p:grpSpPr>
          <a:xfrm>
            <a:off x="9361360" y="3772479"/>
            <a:ext cx="2189088" cy="1223450"/>
            <a:chOff x="672353" y="2826924"/>
            <a:chExt cx="2328424" cy="1301324"/>
          </a:xfrm>
        </p:grpSpPr>
        <p:sp>
          <p:nvSpPr>
            <p:cNvPr id="83" name="Rechteck 82">
              <a:extLst>
                <a:ext uri="{FF2B5EF4-FFF2-40B4-BE49-F238E27FC236}">
                  <a16:creationId xmlns:a16="http://schemas.microsoft.com/office/drawing/2014/main" id="{EA8A1832-89F5-0791-50BA-E70A835A2522}"/>
                </a:ext>
              </a:extLst>
            </p:cNvPr>
            <p:cNvSpPr/>
            <p:nvPr/>
          </p:nvSpPr>
          <p:spPr>
            <a:xfrm>
              <a:off x="1915239" y="3032980"/>
              <a:ext cx="260971" cy="1095268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cxnSp>
          <p:nvCxnSpPr>
            <p:cNvPr id="84" name="Gerader Verbinder 83">
              <a:extLst>
                <a:ext uri="{FF2B5EF4-FFF2-40B4-BE49-F238E27FC236}">
                  <a16:creationId xmlns:a16="http://schemas.microsoft.com/office/drawing/2014/main" id="{A1CCD8CE-0085-9A1E-96A0-97CC00A1D9EE}"/>
                </a:ext>
              </a:extLst>
            </p:cNvPr>
            <p:cNvCxnSpPr>
              <a:cxnSpLocks/>
            </p:cNvCxnSpPr>
            <p:nvPr/>
          </p:nvCxnSpPr>
          <p:spPr>
            <a:xfrm>
              <a:off x="672353" y="4128247"/>
              <a:ext cx="2328424" cy="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5" name="Rechteck 84">
              <a:extLst>
                <a:ext uri="{FF2B5EF4-FFF2-40B4-BE49-F238E27FC236}">
                  <a16:creationId xmlns:a16="http://schemas.microsoft.com/office/drawing/2014/main" id="{6F536B4E-244A-B580-8AE3-FDF35AB89A91}"/>
                </a:ext>
              </a:extLst>
            </p:cNvPr>
            <p:cNvSpPr/>
            <p:nvPr/>
          </p:nvSpPr>
          <p:spPr>
            <a:xfrm>
              <a:off x="996326" y="3599648"/>
              <a:ext cx="260971" cy="528599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6" name="Rechteck 85">
              <a:extLst>
                <a:ext uri="{FF2B5EF4-FFF2-40B4-BE49-F238E27FC236}">
                  <a16:creationId xmlns:a16="http://schemas.microsoft.com/office/drawing/2014/main" id="{CDCDBF42-FE0A-3797-EA5E-0DE5140F1B05}"/>
                </a:ext>
              </a:extLst>
            </p:cNvPr>
            <p:cNvSpPr/>
            <p:nvPr/>
          </p:nvSpPr>
          <p:spPr>
            <a:xfrm>
              <a:off x="2371766" y="2826924"/>
              <a:ext cx="260971" cy="1301324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87" name="Rechteck 86">
              <a:extLst>
                <a:ext uri="{FF2B5EF4-FFF2-40B4-BE49-F238E27FC236}">
                  <a16:creationId xmlns:a16="http://schemas.microsoft.com/office/drawing/2014/main" id="{4F53ED1A-06BA-96E1-EAA9-676EC0C4CBE7}"/>
                </a:ext>
              </a:extLst>
            </p:cNvPr>
            <p:cNvSpPr/>
            <p:nvPr/>
          </p:nvSpPr>
          <p:spPr>
            <a:xfrm>
              <a:off x="1433306" y="3219718"/>
              <a:ext cx="260971" cy="908529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88" name="Textfeld 87">
            <a:extLst>
              <a:ext uri="{FF2B5EF4-FFF2-40B4-BE49-F238E27FC236}">
                <a16:creationId xmlns:a16="http://schemas.microsoft.com/office/drawing/2014/main" id="{311B41C9-23C8-18E0-AF0C-AE808F6649FC}"/>
              </a:ext>
            </a:extLst>
          </p:cNvPr>
          <p:cNvSpPr txBox="1"/>
          <p:nvPr/>
        </p:nvSpPr>
        <p:spPr>
          <a:xfrm>
            <a:off x="9084387" y="4324191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4.</a:t>
            </a:r>
          </a:p>
        </p:txBody>
      </p:sp>
      <p:pic>
        <p:nvPicPr>
          <p:cNvPr id="5" name="Grafik 4" descr="Pfeil nach rechts mit einfarbiger Füllung">
            <a:extLst>
              <a:ext uri="{FF2B5EF4-FFF2-40B4-BE49-F238E27FC236}">
                <a16:creationId xmlns:a16="http://schemas.microsoft.com/office/drawing/2014/main" id="{CC8C58A0-9039-34FB-C193-C4E088848D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1405764" y="5090408"/>
            <a:ext cx="586600" cy="540065"/>
          </a:xfrm>
          <a:prstGeom prst="rect">
            <a:avLst/>
          </a:prstGeom>
        </p:spPr>
      </p:pic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B88765C1-2A79-4EF5-ECF8-14B1C7BDB210}"/>
              </a:ext>
            </a:extLst>
          </p:cNvPr>
          <p:cNvCxnSpPr>
            <a:cxnSpLocks/>
          </p:cNvCxnSpPr>
          <p:nvPr/>
        </p:nvCxnSpPr>
        <p:spPr>
          <a:xfrm>
            <a:off x="1470990" y="3606266"/>
            <a:ext cx="0" cy="1604558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A75EA8AA-E0C2-9186-3F2E-B3ECF08489DA}"/>
              </a:ext>
            </a:extLst>
          </p:cNvPr>
          <p:cNvCxnSpPr>
            <a:cxnSpLocks/>
          </p:cNvCxnSpPr>
          <p:nvPr/>
        </p:nvCxnSpPr>
        <p:spPr>
          <a:xfrm>
            <a:off x="4710271" y="3606266"/>
            <a:ext cx="0" cy="1604558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85CD3F07-2D10-BBE0-985F-F2F5169BCF20}"/>
              </a:ext>
            </a:extLst>
          </p:cNvPr>
          <p:cNvCxnSpPr>
            <a:cxnSpLocks/>
          </p:cNvCxnSpPr>
          <p:nvPr/>
        </p:nvCxnSpPr>
        <p:spPr>
          <a:xfrm>
            <a:off x="8030593" y="3606266"/>
            <a:ext cx="0" cy="1604558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Grafik 17" descr="Pfeil nach rechts mit einfarbiger Füllung">
            <a:extLst>
              <a:ext uri="{FF2B5EF4-FFF2-40B4-BE49-F238E27FC236}">
                <a16:creationId xmlns:a16="http://schemas.microsoft.com/office/drawing/2014/main" id="{094BD548-EB62-C080-6E45-2F1FC731DB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4661138" y="5090407"/>
            <a:ext cx="586597" cy="540065"/>
          </a:xfrm>
          <a:prstGeom prst="rect">
            <a:avLst/>
          </a:prstGeom>
        </p:spPr>
      </p:pic>
      <p:pic>
        <p:nvPicPr>
          <p:cNvPr id="20" name="Grafik 19" descr="Pfeil nach rechts mit einfarbiger Füllung">
            <a:extLst>
              <a:ext uri="{FF2B5EF4-FFF2-40B4-BE49-F238E27FC236}">
                <a16:creationId xmlns:a16="http://schemas.microsoft.com/office/drawing/2014/main" id="{E5527AD6-CCF7-9A6F-A948-0154A39546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7984932" y="5090403"/>
            <a:ext cx="586587" cy="540065"/>
          </a:xfrm>
          <a:prstGeom prst="rect">
            <a:avLst/>
          </a:prstGeom>
        </p:spPr>
      </p:pic>
      <p:cxnSp>
        <p:nvCxnSpPr>
          <p:cNvPr id="30" name="Gerader Verbinder 29">
            <a:extLst>
              <a:ext uri="{FF2B5EF4-FFF2-40B4-BE49-F238E27FC236}">
                <a16:creationId xmlns:a16="http://schemas.microsoft.com/office/drawing/2014/main" id="{1F6B945E-E5FE-49CB-60B0-934B0AC537FD}"/>
              </a:ext>
            </a:extLst>
          </p:cNvPr>
          <p:cNvCxnSpPr>
            <a:cxnSpLocks/>
          </p:cNvCxnSpPr>
          <p:nvPr/>
        </p:nvCxnSpPr>
        <p:spPr>
          <a:xfrm>
            <a:off x="11328060" y="3606266"/>
            <a:ext cx="0" cy="1604558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" name="Gruppieren 34">
            <a:extLst>
              <a:ext uri="{FF2B5EF4-FFF2-40B4-BE49-F238E27FC236}">
                <a16:creationId xmlns:a16="http://schemas.microsoft.com/office/drawing/2014/main" id="{264DC8BF-2D5F-8E5E-DC84-9404D8C12CE9}"/>
              </a:ext>
            </a:extLst>
          </p:cNvPr>
          <p:cNvGrpSpPr/>
          <p:nvPr/>
        </p:nvGrpSpPr>
        <p:grpSpPr>
          <a:xfrm>
            <a:off x="8706313" y="692142"/>
            <a:ext cx="2189088" cy="1223450"/>
            <a:chOff x="672353" y="2826924"/>
            <a:chExt cx="2328424" cy="1301324"/>
          </a:xfrm>
        </p:grpSpPr>
        <p:sp>
          <p:nvSpPr>
            <p:cNvPr id="58" name="Rechteck 57">
              <a:extLst>
                <a:ext uri="{FF2B5EF4-FFF2-40B4-BE49-F238E27FC236}">
                  <a16:creationId xmlns:a16="http://schemas.microsoft.com/office/drawing/2014/main" id="{3349E9B4-0932-14CA-A645-7159EA2B720D}"/>
                </a:ext>
              </a:extLst>
            </p:cNvPr>
            <p:cNvSpPr/>
            <p:nvPr/>
          </p:nvSpPr>
          <p:spPr>
            <a:xfrm>
              <a:off x="1424958" y="3032980"/>
              <a:ext cx="260971" cy="1095268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cxnSp>
          <p:nvCxnSpPr>
            <p:cNvPr id="59" name="Gerader Verbinder 58">
              <a:extLst>
                <a:ext uri="{FF2B5EF4-FFF2-40B4-BE49-F238E27FC236}">
                  <a16:creationId xmlns:a16="http://schemas.microsoft.com/office/drawing/2014/main" id="{5C282C8F-09F7-4239-CB63-7824D753721A}"/>
                </a:ext>
              </a:extLst>
            </p:cNvPr>
            <p:cNvCxnSpPr>
              <a:cxnSpLocks/>
            </p:cNvCxnSpPr>
            <p:nvPr/>
          </p:nvCxnSpPr>
          <p:spPr>
            <a:xfrm>
              <a:off x="672353" y="4128247"/>
              <a:ext cx="2328424" cy="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0" name="Rechteck 59">
              <a:extLst>
                <a:ext uri="{FF2B5EF4-FFF2-40B4-BE49-F238E27FC236}">
                  <a16:creationId xmlns:a16="http://schemas.microsoft.com/office/drawing/2014/main" id="{157CE3C5-5F77-6452-4687-00AF7CAACFC9}"/>
                </a:ext>
              </a:extLst>
            </p:cNvPr>
            <p:cNvSpPr/>
            <p:nvPr/>
          </p:nvSpPr>
          <p:spPr>
            <a:xfrm>
              <a:off x="996326" y="3599648"/>
              <a:ext cx="260971" cy="528599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6" name="Rechteck 75">
              <a:extLst>
                <a:ext uri="{FF2B5EF4-FFF2-40B4-BE49-F238E27FC236}">
                  <a16:creationId xmlns:a16="http://schemas.microsoft.com/office/drawing/2014/main" id="{F707B0B1-DF65-BF40-8EB0-A62B225E0004}"/>
                </a:ext>
              </a:extLst>
            </p:cNvPr>
            <p:cNvSpPr/>
            <p:nvPr/>
          </p:nvSpPr>
          <p:spPr>
            <a:xfrm>
              <a:off x="1905245" y="2826924"/>
              <a:ext cx="260971" cy="1301324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7" name="Rechteck 76">
              <a:extLst>
                <a:ext uri="{FF2B5EF4-FFF2-40B4-BE49-F238E27FC236}">
                  <a16:creationId xmlns:a16="http://schemas.microsoft.com/office/drawing/2014/main" id="{D76EBB31-F8A1-F054-5B09-C24AC98F9B03}"/>
                </a:ext>
              </a:extLst>
            </p:cNvPr>
            <p:cNvSpPr/>
            <p:nvPr/>
          </p:nvSpPr>
          <p:spPr>
            <a:xfrm>
              <a:off x="2371766" y="3219718"/>
              <a:ext cx="260971" cy="908529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cxnSp>
        <p:nvCxnSpPr>
          <p:cNvPr id="79" name="Gerade Verbindung mit Pfeil 78">
            <a:extLst>
              <a:ext uri="{FF2B5EF4-FFF2-40B4-BE49-F238E27FC236}">
                <a16:creationId xmlns:a16="http://schemas.microsoft.com/office/drawing/2014/main" id="{D3FCD526-5C53-621F-9274-626F8026446F}"/>
              </a:ext>
            </a:extLst>
          </p:cNvPr>
          <p:cNvCxnSpPr>
            <a:cxnSpLocks/>
          </p:cNvCxnSpPr>
          <p:nvPr/>
        </p:nvCxnSpPr>
        <p:spPr>
          <a:xfrm>
            <a:off x="9009147" y="2130487"/>
            <a:ext cx="681994" cy="0"/>
          </a:xfrm>
          <a:prstGeom prst="straightConnector1">
            <a:avLst/>
          </a:prstGeom>
          <a:ln w="19050" cap="flat" cmpd="sng" algn="ctr">
            <a:solidFill>
              <a:schemeClr val="accent6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0" name="Gerade Verbindung mit Pfeil 79">
            <a:extLst>
              <a:ext uri="{FF2B5EF4-FFF2-40B4-BE49-F238E27FC236}">
                <a16:creationId xmlns:a16="http://schemas.microsoft.com/office/drawing/2014/main" id="{6A8CE8B9-2E00-DA3E-7E06-17D5E11EE4C7}"/>
              </a:ext>
            </a:extLst>
          </p:cNvPr>
          <p:cNvCxnSpPr>
            <a:cxnSpLocks/>
          </p:cNvCxnSpPr>
          <p:nvPr/>
        </p:nvCxnSpPr>
        <p:spPr>
          <a:xfrm>
            <a:off x="9865427" y="2130487"/>
            <a:ext cx="677523" cy="0"/>
          </a:xfrm>
          <a:prstGeom prst="straightConnector1">
            <a:avLst/>
          </a:prstGeom>
          <a:ln w="19050" cap="flat" cmpd="sng" algn="ctr">
            <a:solidFill>
              <a:srgbClr val="C00000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0" name="Gerader Verbinder 99">
            <a:extLst>
              <a:ext uri="{FF2B5EF4-FFF2-40B4-BE49-F238E27FC236}">
                <a16:creationId xmlns:a16="http://schemas.microsoft.com/office/drawing/2014/main" id="{E32E7CE9-3D73-A589-A90B-0B3F05434C52}"/>
              </a:ext>
            </a:extLst>
          </p:cNvPr>
          <p:cNvCxnSpPr>
            <a:cxnSpLocks/>
          </p:cNvCxnSpPr>
          <p:nvPr/>
        </p:nvCxnSpPr>
        <p:spPr>
          <a:xfrm>
            <a:off x="9769452" y="540919"/>
            <a:ext cx="0" cy="2071276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Textfeld 100">
            <a:extLst>
              <a:ext uri="{FF2B5EF4-FFF2-40B4-BE49-F238E27FC236}">
                <a16:creationId xmlns:a16="http://schemas.microsoft.com/office/drawing/2014/main" id="{17EF9C18-4D6E-1FDA-E37A-FA2B5F83FE6C}"/>
              </a:ext>
            </a:extLst>
          </p:cNvPr>
          <p:cNvSpPr txBox="1"/>
          <p:nvPr/>
        </p:nvSpPr>
        <p:spPr>
          <a:xfrm>
            <a:off x="7562919" y="2242863"/>
            <a:ext cx="21611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Hier Werte sortiert</a:t>
            </a:r>
          </a:p>
        </p:txBody>
      </p:sp>
      <p:sp>
        <p:nvSpPr>
          <p:cNvPr id="102" name="Textfeld 101">
            <a:extLst>
              <a:ext uri="{FF2B5EF4-FFF2-40B4-BE49-F238E27FC236}">
                <a16:creationId xmlns:a16="http://schemas.microsoft.com/office/drawing/2014/main" id="{77E47527-FB37-1684-9156-3BE6B4302B89}"/>
              </a:ext>
            </a:extLst>
          </p:cNvPr>
          <p:cNvSpPr txBox="1"/>
          <p:nvPr/>
        </p:nvSpPr>
        <p:spPr>
          <a:xfrm>
            <a:off x="9801165" y="2242863"/>
            <a:ext cx="1210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Hier nicht</a:t>
            </a:r>
          </a:p>
        </p:txBody>
      </p:sp>
    </p:spTree>
    <p:extLst>
      <p:ext uri="{BB962C8B-B14F-4D97-AF65-F5344CB8AC3E}">
        <p14:creationId xmlns:p14="http://schemas.microsoft.com/office/powerpoint/2010/main" val="2633864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9" grpId="0"/>
      <p:bldP spid="36" grpId="0"/>
      <p:bldP spid="88" grpId="0"/>
      <p:bldP spid="101" grpId="0"/>
      <p:bldP spid="10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1A241-C52F-3EED-DA09-B41694937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search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3DE65C6-3155-D56D-9AE7-E4B1CC2AF6BA}"/>
              </a:ext>
            </a:extLst>
          </p:cNvPr>
          <p:cNvSpPr/>
          <p:nvPr/>
        </p:nvSpPr>
        <p:spPr>
          <a:xfrm>
            <a:off x="7186804" y="2697479"/>
            <a:ext cx="1143000" cy="26574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A2486D6-17C8-6776-019F-E2BDB5ADCD7E}"/>
              </a:ext>
            </a:extLst>
          </p:cNvPr>
          <p:cNvSpPr/>
          <p:nvPr/>
        </p:nvSpPr>
        <p:spPr>
          <a:xfrm>
            <a:off x="3921769" y="3429000"/>
            <a:ext cx="1104900" cy="1943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C9BDBDC-7947-F0DB-BDBD-734C84CD1611}"/>
              </a:ext>
            </a:extLst>
          </p:cNvPr>
          <p:cNvSpPr/>
          <p:nvPr/>
        </p:nvSpPr>
        <p:spPr>
          <a:xfrm>
            <a:off x="8818113" y="2402966"/>
            <a:ext cx="1390650" cy="295198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F319D3-E3F4-61F7-79E8-84F58F967163}"/>
              </a:ext>
            </a:extLst>
          </p:cNvPr>
          <p:cNvSpPr/>
          <p:nvPr/>
        </p:nvSpPr>
        <p:spPr>
          <a:xfrm>
            <a:off x="2251777" y="3635463"/>
            <a:ext cx="1257300" cy="1676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38EC29C-32ED-4298-0A58-9B569EDE9E36}"/>
              </a:ext>
            </a:extLst>
          </p:cNvPr>
          <p:cNvSpPr/>
          <p:nvPr/>
        </p:nvSpPr>
        <p:spPr>
          <a:xfrm>
            <a:off x="5439361" y="2978238"/>
            <a:ext cx="1218819" cy="23336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9655992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C10F71B-65E8-AA11-4BC4-722ACD2E58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2520084"/>
            <a:ext cx="12127093" cy="2189075"/>
          </a:xfrm>
        </p:spPr>
      </p:pic>
    </p:spTree>
    <p:extLst>
      <p:ext uri="{BB962C8B-B14F-4D97-AF65-F5344CB8AC3E}">
        <p14:creationId xmlns:p14="http://schemas.microsoft.com/office/powerpoint/2010/main" val="19246024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1318E4-DA9C-851A-CA1A-C2DC5F313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Komplexität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1ECDEA-AD33-17DF-0034-BD87AED0F293}"/>
              </a:ext>
            </a:extLst>
          </p:cNvPr>
          <p:cNvSpPr txBox="1"/>
          <p:nvPr/>
        </p:nvSpPr>
        <p:spPr>
          <a:xfrm>
            <a:off x="1581150" y="3059668"/>
            <a:ext cx="573405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for (int </a:t>
            </a:r>
            <a:r>
              <a:rPr lang="en-US" sz="3200" dirty="0" err="1"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 = 0; </a:t>
            </a:r>
            <a:r>
              <a:rPr lang="en-US" sz="3200" dirty="0" err="1"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 &lt; n; </a:t>
            </a:r>
            <a:r>
              <a:rPr lang="en-US" sz="3200" dirty="0" err="1"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++)        </a:t>
            </a:r>
            <a:r>
              <a:rPr lang="en-US" sz="32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// O(n)</a:t>
            </a:r>
          </a:p>
          <a:p>
            <a:endParaRPr lang="en-US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8C6E8F-E579-D40C-F7CA-B3916F558141}"/>
              </a:ext>
            </a:extLst>
          </p:cNvPr>
          <p:cNvSpPr txBox="1"/>
          <p:nvPr/>
        </p:nvSpPr>
        <p:spPr>
          <a:xfrm>
            <a:off x="3962400" y="4704589"/>
            <a:ext cx="6096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for (int </a:t>
            </a:r>
            <a:r>
              <a:rPr lang="en-US" sz="3200" dirty="0" err="1"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 = 0; </a:t>
            </a:r>
            <a:r>
              <a:rPr lang="en-US" sz="3200" dirty="0" err="1"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 &lt; n; </a:t>
            </a:r>
            <a:r>
              <a:rPr lang="en-US" sz="3200" dirty="0" err="1"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++)</a:t>
            </a:r>
          </a:p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  for (int j = 0; j &lt; n; </a:t>
            </a:r>
            <a:r>
              <a:rPr lang="en-US" sz="3200" dirty="0" err="1">
                <a:latin typeface="Calibri" panose="020F0502020204030204" pitchFamily="34" charset="0"/>
                <a:cs typeface="Calibri" panose="020F0502020204030204" pitchFamily="34" charset="0"/>
              </a:rPr>
              <a:t>j++</a:t>
            </a: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)     </a:t>
            </a:r>
            <a:r>
              <a:rPr lang="en-US" sz="32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// O(n²)</a:t>
            </a:r>
            <a:endParaRPr 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39321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2483EB-47EF-BC19-B5F6-FB24BF836E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986" y="2477262"/>
            <a:ext cx="4391914" cy="3101983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Wie </a:t>
            </a:r>
            <a:r>
              <a:rPr lang="en-US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viele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Schritte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braucht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Algortihmus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 bis </a:t>
            </a:r>
            <a:r>
              <a:rPr lang="en-US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zum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Erfolg</a:t>
            </a: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0EF457A-6216-C6A0-FFDD-C6E68A98A9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9979902"/>
              </p:ext>
            </p:extLst>
          </p:nvPr>
        </p:nvGraphicFramePr>
        <p:xfrm>
          <a:off x="5562600" y="378884"/>
          <a:ext cx="6106414" cy="6100232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3053207">
                  <a:extLst>
                    <a:ext uri="{9D8B030D-6E8A-4147-A177-3AD203B41FA5}">
                      <a16:colId xmlns:a16="http://schemas.microsoft.com/office/drawing/2014/main" val="1629480826"/>
                    </a:ext>
                  </a:extLst>
                </a:gridCol>
                <a:gridCol w="3053207">
                  <a:extLst>
                    <a:ext uri="{9D8B030D-6E8A-4147-A177-3AD203B41FA5}">
                      <a16:colId xmlns:a16="http://schemas.microsoft.com/office/drawing/2014/main" val="4168970699"/>
                    </a:ext>
                  </a:extLst>
                </a:gridCol>
              </a:tblGrid>
              <a:tr h="1172610">
                <a:tc>
                  <a:txBody>
                    <a:bodyPr/>
                    <a:lstStyle/>
                    <a:p>
                      <a:r>
                        <a:rPr lang="en-US" sz="2800" b="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Binäre</a:t>
                      </a:r>
                      <a:r>
                        <a:rPr lang="en-US" sz="28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800" b="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Suche</a:t>
                      </a:r>
                      <a:r>
                        <a:rPr lang="en-US" sz="28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O(log 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3814915"/>
                  </a:ext>
                </a:extLst>
              </a:tr>
              <a:tr h="1172610">
                <a:tc>
                  <a:txBody>
                    <a:bodyPr/>
                    <a:lstStyle/>
                    <a:p>
                      <a:r>
                        <a:rPr lang="en-US" sz="2800" b="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Lineare</a:t>
                      </a:r>
                      <a:r>
                        <a:rPr lang="en-US" sz="28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800" b="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Suche</a:t>
                      </a:r>
                      <a:r>
                        <a:rPr lang="en-US" sz="28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O(n)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807655"/>
                  </a:ext>
                </a:extLst>
              </a:tr>
              <a:tr h="117261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Insertion Sort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O(n^2)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3770975"/>
                  </a:ext>
                </a:extLst>
              </a:tr>
              <a:tr h="1291201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Selection Sort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O(n^2)</a:t>
                      </a:r>
                    </a:p>
                    <a:p>
                      <a:endParaRPr lang="en-US" sz="2800" b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5378310"/>
                  </a:ext>
                </a:extLst>
              </a:tr>
              <a:tr h="1291201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Bubble Sort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O(n^2)</a:t>
                      </a:r>
                    </a:p>
                    <a:p>
                      <a:endParaRPr lang="en-US" sz="2800" b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8704231"/>
                  </a:ext>
                </a:extLst>
              </a:tr>
            </a:tbl>
          </a:graphicData>
        </a:graphic>
      </p:graphicFrame>
      <p:sp>
        <p:nvSpPr>
          <p:cNvPr id="8" name="Title 7">
            <a:extLst>
              <a:ext uri="{FF2B5EF4-FFF2-40B4-BE49-F238E27FC236}">
                <a16:creationId xmlns:a16="http://schemas.microsoft.com/office/drawing/2014/main" id="{6633C495-72A6-B34F-7F0E-0C376E72B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986" y="378883"/>
            <a:ext cx="5007864" cy="1188720"/>
          </a:xfrm>
        </p:spPr>
        <p:txBody>
          <a:bodyPr/>
          <a:lstStyle/>
          <a:p>
            <a:r>
              <a:rPr lang="en-US" dirty="0" err="1"/>
              <a:t>Komplexität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06191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4BF79-9E18-876B-758F-CCA089D17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GitHUb</a:t>
            </a:r>
            <a:r>
              <a:rPr lang="en-US" dirty="0"/>
              <a:t> – Code </a:t>
            </a:r>
            <a:r>
              <a:rPr lang="en-US" dirty="0" err="1"/>
              <a:t>kommt</a:t>
            </a:r>
            <a:r>
              <a:rPr lang="en-US" dirty="0"/>
              <a:t> </a:t>
            </a:r>
            <a:r>
              <a:rPr lang="en-US" dirty="0" err="1"/>
              <a:t>später</a:t>
            </a:r>
            <a:endParaRPr lang="en-US" dirty="0"/>
          </a:p>
        </p:txBody>
      </p:sp>
      <p:pic>
        <p:nvPicPr>
          <p:cNvPr id="5" name="Content Placeholder 4" descr="A qr code with a black and white background&#10;&#10;AI-generated content may be incorrect.">
            <a:extLst>
              <a:ext uri="{FF2B5EF4-FFF2-40B4-BE49-F238E27FC236}">
                <a16:creationId xmlns:a16="http://schemas.microsoft.com/office/drawing/2014/main" id="{24EC03EC-2ACE-BBDA-FF1A-AA75749279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45013" y="2638425"/>
            <a:ext cx="3101975" cy="3101975"/>
          </a:xfrm>
        </p:spPr>
      </p:pic>
    </p:spTree>
    <p:extLst>
      <p:ext uri="{BB962C8B-B14F-4D97-AF65-F5344CB8AC3E}">
        <p14:creationId xmlns:p14="http://schemas.microsoft.com/office/powerpoint/2010/main" val="2927928251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Office 2007 - 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0BDC4BB7-8AF9-46FD-8C32-AB93AC9C410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7301</TotalTime>
  <Words>475</Words>
  <Application>Microsoft Macintosh PowerPoint</Application>
  <PresentationFormat>Widescreen</PresentationFormat>
  <Paragraphs>117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JetBrains Mono</vt:lpstr>
      <vt:lpstr>Aptos</vt:lpstr>
      <vt:lpstr>Arial</vt:lpstr>
      <vt:lpstr>Calibri</vt:lpstr>
      <vt:lpstr>Gill Sans MT</vt:lpstr>
      <vt:lpstr>Segoe UI</vt:lpstr>
      <vt:lpstr>Wingdings</vt:lpstr>
      <vt:lpstr>Parcel</vt:lpstr>
      <vt:lpstr>Tut 9 </vt:lpstr>
      <vt:lpstr>recap</vt:lpstr>
      <vt:lpstr>Linear- search</vt:lpstr>
      <vt:lpstr>PowerPoint Presentation</vt:lpstr>
      <vt:lpstr>PowerPoint Presentation</vt:lpstr>
      <vt:lpstr>Binary Search</vt:lpstr>
      <vt:lpstr>Binary Search</vt:lpstr>
      <vt:lpstr>Binary Search</vt:lpstr>
      <vt:lpstr>Binary Search</vt:lpstr>
      <vt:lpstr>Binary Search</vt:lpstr>
      <vt:lpstr>PowerPoint Presentation</vt:lpstr>
      <vt:lpstr>PowerPoint Presentation</vt:lpstr>
      <vt:lpstr>Problem mit unsortierten Daten lösen: Sorting- Algorithms</vt:lpstr>
      <vt:lpstr>PowerPoint Presentation</vt:lpstr>
      <vt:lpstr>PowerPoint Presentation</vt:lpstr>
      <vt:lpstr>PowerPoint Presentation</vt:lpstr>
      <vt:lpstr>Binary search</vt:lpstr>
      <vt:lpstr>PowerPoint Presentation</vt:lpstr>
      <vt:lpstr>Komplexität</vt:lpstr>
      <vt:lpstr>Komplexität</vt:lpstr>
      <vt:lpstr>GitHUb – Code kommt später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TU-Pseudonym 17604601235325742515273410334</dc:creator>
  <cp:lastModifiedBy>TU-Pseudonym 17604601235325742515273410334</cp:lastModifiedBy>
  <cp:revision>4</cp:revision>
  <dcterms:created xsi:type="dcterms:W3CDTF">2025-12-11T12:29:42Z</dcterms:created>
  <dcterms:modified xsi:type="dcterms:W3CDTF">2025-12-17T10:14:03Z</dcterms:modified>
</cp:coreProperties>
</file>